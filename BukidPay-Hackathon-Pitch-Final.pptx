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ccf1f75a024a09" /><Relationship Type="http://schemas.openxmlformats.org/officeDocument/2006/relationships/extended-properties" Target="/docProps/app.xml" Id="R15fcbc2d1aeb40bc" /><Relationship Type="http://schemas.openxmlformats.org/officeDocument/2006/relationships/officeDocument" Target="/ppt/presentation.xml" Id="Rbccc161d39eb45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8a3c75e11e4c3e"/>
  </p:sldMasterIdLst>
  <p:notesMasterIdLst>
    <p:notesMasterId xmlns:r="http://schemas.openxmlformats.org/officeDocument/2006/relationships" r:id="R8dc8122f6fa6436a"/>
  </p:notesMasterIdLst>
  <p:sldIdLst>
    <p:sldId xmlns:r="http://schemas.openxmlformats.org/officeDocument/2006/relationships" id="256" r:id="Re175c63dcbda43a5"/>
    <p:sldId xmlns:r="http://schemas.openxmlformats.org/officeDocument/2006/relationships" id="257" r:id="Rfc0bdb055849472d"/>
    <p:sldId xmlns:r="http://schemas.openxmlformats.org/officeDocument/2006/relationships" id="258" r:id="R5a09fa76fcc145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f1b57f8b8e4fb3" /><Relationship Type="http://schemas.openxmlformats.org/officeDocument/2006/relationships/slideMaster" Target="/ppt/slideMasters/slideMaster1.xml" Id="R8d8a3c75e11e4c3e" /><Relationship Type="http://schemas.openxmlformats.org/officeDocument/2006/relationships/notesMaster" Target="/ppt/notesMasters/notesMaster1.xml" Id="R8dc8122f6fa6436a" /><Relationship Type="http://schemas.openxmlformats.org/officeDocument/2006/relationships/presProps" Target="/ppt/presProps.xml" Id="R3dd742c3d05e4083" /><Relationship Type="http://schemas.openxmlformats.org/officeDocument/2006/relationships/tableStyles" Target="/ppt/tableStyles.xml" Id="R6affe8b0e28d4db3" /><Relationship Type="http://schemas.openxmlformats.org/officeDocument/2006/relationships/slide" Target="/ppt/slides/slide1.xml" Id="Re175c63dcbda43a5" /><Relationship Type="http://schemas.openxmlformats.org/officeDocument/2006/relationships/slide" Target="/ppt/slides/slide2.xml" Id="Rfc0bdb055849472d" /><Relationship Type="http://schemas.openxmlformats.org/officeDocument/2006/relationships/slide" Target="/ppt/slides/slide3.xml" Id="R5a09fa76fcc145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0eb97b2f494d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c208b669ad42e0" /><Relationship Type="http://schemas.openxmlformats.org/officeDocument/2006/relationships/notesMaster" Target="/ppt/notesMasters/notesMaster1.xml" Id="R54255b7cc50e4b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fe531fb00c4a3d" /><Relationship Type="http://schemas.openxmlformats.org/officeDocument/2006/relationships/notesMaster" Target="/ppt/notesMasters/notesMaster1.xml" Id="Rb85eeb64521d4e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0b3ac3a13a4dc0" /><Relationship Type="http://schemas.openxmlformats.org/officeDocument/2006/relationships/notesMaster" Target="/ppt/notesMasters/notesMaster1.xml" Id="R33f45d53fe9141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f74206b09c41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2dab1381047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505ee2a436456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e3cd5502249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cc3dbce49544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2e6f74a8d4f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E0567EB-0E3D-4988-9412-264D7F1AC8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6A6340D-BFC9-4053-9D1D-FEF4EE44357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8A461-3DF5-4F1D-BBE5-E0D6FE12AD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9F4D6DA-725F-49AE-A049-860DD93264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657EAB9-A984-47D0-9615-E77A261591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5512C90-B9C2-4F36-949B-B0FA9BEA0D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9A3598-621C-4F24-B5A1-04A20F9A1F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6A22E10-A1BB-4AFE-9A37-492B6B7995D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56293D-B429-4A24-82FF-CE072A08BB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672B8D-18E5-4C21-924B-E71414D4AD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2f7dfeb5b14e31" /><Relationship Type="http://schemas.openxmlformats.org/officeDocument/2006/relationships/slideLayout" Target="/ppt/slideLayouts/slideLayout1.xml" Id="Rb699ecfcd70e4a33" /><Relationship Type="http://schemas.openxmlformats.org/officeDocument/2006/relationships/slideLayout" Target="/ppt/slideLayouts/slideLayout2.xml" Id="Rc3513a2f02fa4264" /><Relationship Type="http://schemas.openxmlformats.org/officeDocument/2006/relationships/slideLayout" Target="/ppt/slideLayouts/slideLayout3.xml" Id="R13050f78563f4ebe" /><Relationship Type="http://schemas.openxmlformats.org/officeDocument/2006/relationships/slideLayout" Target="/ppt/slideLayouts/slideLayout4.xml" Id="R7ed44ba8f2d44850" /><Relationship Type="http://schemas.openxmlformats.org/officeDocument/2006/relationships/slideLayout" Target="/ppt/slideLayouts/slideLayout5.xml" Id="Rc336312b55884809" /><Relationship Type="http://schemas.openxmlformats.org/officeDocument/2006/relationships/slideLayout" Target="/ppt/slideLayouts/slideLayout6.xml" Id="Rcd32c46319d148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99ecfcd70e4a33"/>
    <p:sldLayoutId xmlns:r="http://schemas.openxmlformats.org/officeDocument/2006/relationships" id="2147483650" r:id="Rc3513a2f02fa4264"/>
    <p:sldLayoutId xmlns:r="http://schemas.openxmlformats.org/officeDocument/2006/relationships" id="2147483651" r:id="R13050f78563f4ebe"/>
    <p:sldLayoutId xmlns:r="http://schemas.openxmlformats.org/officeDocument/2006/relationships" id="2147483652" r:id="R7ed44ba8f2d44850"/>
    <p:sldLayoutId xmlns:r="http://schemas.openxmlformats.org/officeDocument/2006/relationships" id="2147483653" r:id="Rc336312b55884809"/>
    <p:sldLayoutId xmlns:r="http://schemas.openxmlformats.org/officeDocument/2006/relationships" id="2147483654" r:id="Rcd32c46319d148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e6ca3346a44d24" /><Relationship Type="http://schemas.openxmlformats.org/officeDocument/2006/relationships/notesSlide" Target="/ppt/notesSlides/notesSlide1.xml" Id="Rde9c4b72165f41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d810564bd74e06" /><Relationship Type="http://schemas.openxmlformats.org/officeDocument/2006/relationships/notesSlide" Target="/ppt/notesSlides/notesSlide2.xml" Id="R8664d3d9cfa348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4657c4838b444a" /><Relationship Type="http://schemas.openxmlformats.org/officeDocument/2006/relationships/notesSlide" Target="/ppt/notesSlides/notesSlide3.xml" Id="R3b0038d91f9342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B70B76-193F-44C4-9B42-7F2171A54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188F8-92D1-40F2-B930-ECD34335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15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1">
                <a:solidFill>
                  <a:srgbClr val="F4F1E8"/>
                </a:solidFill>
              </a:defRPr>
            </a:defPPr>
            <a:lvl1pPr algn="ctr">
              <a:buNone/>
              <a:defRPr sz="1050" b="1">
                <a:solidFill>
                  <a:srgbClr val="F4F1E8"/>
                </a:solidFill>
              </a:defRPr>
            </a:lvl1pPr>
            <a:lvl2pPr algn="ctr">
              <a:buNone/>
              <a:defRPr sz="1050" b="1">
                <a:solidFill>
                  <a:srgbClr val="F4F1E8"/>
                </a:solidFill>
              </a:defRPr>
            </a:lvl2pPr>
            <a:lvl3pPr algn="ctr">
              <a:buNone/>
              <a:defRPr sz="1050" b="1">
                <a:solidFill>
                  <a:srgbClr val="F4F1E8"/>
                </a:solidFill>
              </a:defRPr>
            </a:lvl3pPr>
            <a:lvl4pPr algn="ctr">
              <a:buNone/>
              <a:defRPr sz="1050" b="1">
                <a:solidFill>
                  <a:srgbClr val="F4F1E8"/>
                </a:solidFill>
              </a:defRPr>
            </a:lvl4pPr>
            <a:lvl5pPr algn="ctr">
              <a:buNone/>
              <a:defRPr sz="1050" b="1">
                <a:solidFill>
                  <a:srgbClr val="F4F1E8"/>
                </a:solidFill>
              </a:defRPr>
            </a:lvl5pPr>
            <a:lvl6pPr algn="ctr">
              <a:buNone/>
              <a:defRPr sz="1050" b="1">
                <a:solidFill>
                  <a:srgbClr val="F4F1E8"/>
                </a:solidFill>
              </a:defRPr>
            </a:lvl6pPr>
            <a:lvl7pPr algn="ctr">
              <a:buNone/>
              <a:defRPr sz="1050" b="1">
                <a:solidFill>
                  <a:srgbClr val="F4F1E8"/>
                </a:solidFill>
              </a:defRPr>
            </a:lvl7pPr>
            <a:lvl8pPr algn="ctr">
              <a:buNone/>
              <a:defRPr sz="1050" b="1">
                <a:solidFill>
                  <a:srgbClr val="F4F1E8"/>
                </a:solidFill>
              </a:defRPr>
            </a:lvl8pPr>
            <a:lvl9pPr algn="ctr">
              <a:buNone/>
              <a:defRPr sz="1050" b="1">
                <a:solidFill>
                  <a:srgbClr val="F4F1E8"/>
                </a:solidFill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4F1E8"/>
                </a:solidFill>
              </a:defRPr>
            </a:pPr>
            <a:r>
              <a:rPr sz="1050" b="1">
                <a:solidFill>
                  <a:srgbClr val="F4F1E8"/>
                </a:solidFill>
              </a:rPr>
              <a:t>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0987BE-EC32-4BE6-A686-1C1EEF32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7147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8231D"/>
                </a:solidFill>
              </a:defRPr>
            </a:defPPr>
            <a:lvl1pPr algn="l">
              <a:buNone/>
              <a:defRPr sz="1275" b="1">
                <a:solidFill>
                  <a:srgbClr val="18231D"/>
                </a:solidFill>
              </a:defRPr>
            </a:lvl1pPr>
            <a:lvl2pPr algn="l">
              <a:buNone/>
              <a:defRPr sz="1275" b="1">
                <a:solidFill>
                  <a:srgbClr val="18231D"/>
                </a:solidFill>
              </a:defRPr>
            </a:lvl2pPr>
            <a:lvl3pPr algn="l">
              <a:buNone/>
              <a:defRPr sz="1275" b="1">
                <a:solidFill>
                  <a:srgbClr val="18231D"/>
                </a:solidFill>
              </a:defRPr>
            </a:lvl3pPr>
            <a:lvl4pPr algn="l">
              <a:buNone/>
              <a:defRPr sz="1275" b="1">
                <a:solidFill>
                  <a:srgbClr val="18231D"/>
                </a:solidFill>
              </a:defRPr>
            </a:lvl4pPr>
            <a:lvl5pPr algn="l">
              <a:buNone/>
              <a:defRPr sz="1275" b="1">
                <a:solidFill>
                  <a:srgbClr val="18231D"/>
                </a:solidFill>
              </a:defRPr>
            </a:lvl5pPr>
            <a:lvl6pPr algn="l">
              <a:buNone/>
              <a:defRPr sz="1275" b="1">
                <a:solidFill>
                  <a:srgbClr val="18231D"/>
                </a:solidFill>
              </a:defRPr>
            </a:lvl6pPr>
            <a:lvl7pPr algn="l">
              <a:buNone/>
              <a:defRPr sz="1275" b="1">
                <a:solidFill>
                  <a:srgbClr val="18231D"/>
                </a:solidFill>
              </a:defRPr>
            </a:lvl7pPr>
            <a:lvl8pPr algn="l">
              <a:buNone/>
              <a:defRPr sz="1275" b="1">
                <a:solidFill>
                  <a:srgbClr val="18231D"/>
                </a:solidFill>
              </a:defRPr>
            </a:lvl8pPr>
            <a:lvl9pPr algn="l">
              <a:buNone/>
              <a:defRPr sz="12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18231D"/>
                </a:solidFill>
              </a:defRPr>
            </a:pPr>
            <a:r>
              <a:rPr sz="1275" b="1">
                <a:solidFill>
                  <a:srgbClr val="18231D"/>
                </a:solidFill>
              </a:rPr>
              <a:t>BUKIDPAY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857BA-8607-4B95-BA31-E66D1C3E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68736C"/>
                </a:solidFill>
              </a:defRPr>
            </a:defPPr>
            <a:lvl1pPr algn="r">
              <a:buNone/>
              <a:defRPr sz="900" b="1">
                <a:solidFill>
                  <a:srgbClr val="68736C"/>
                </a:solidFill>
              </a:defRPr>
            </a:lvl1pPr>
            <a:lvl2pPr algn="r">
              <a:buNone/>
              <a:defRPr sz="900" b="1">
                <a:solidFill>
                  <a:srgbClr val="68736C"/>
                </a:solidFill>
              </a:defRPr>
            </a:lvl2pPr>
            <a:lvl3pPr algn="r">
              <a:buNone/>
              <a:defRPr sz="900" b="1">
                <a:solidFill>
                  <a:srgbClr val="68736C"/>
                </a:solidFill>
              </a:defRPr>
            </a:lvl3pPr>
            <a:lvl4pPr algn="r">
              <a:buNone/>
              <a:defRPr sz="900" b="1">
                <a:solidFill>
                  <a:srgbClr val="68736C"/>
                </a:solidFill>
              </a:defRPr>
            </a:lvl4pPr>
            <a:lvl5pPr algn="r">
              <a:buNone/>
              <a:defRPr sz="900" b="1">
                <a:solidFill>
                  <a:srgbClr val="68736C"/>
                </a:solidFill>
              </a:defRPr>
            </a:lvl5pPr>
            <a:lvl6pPr algn="r">
              <a:buNone/>
              <a:defRPr sz="900" b="1">
                <a:solidFill>
                  <a:srgbClr val="68736C"/>
                </a:solidFill>
              </a:defRPr>
            </a:lvl6pPr>
            <a:lvl7pPr algn="r">
              <a:buNone/>
              <a:defRPr sz="900" b="1">
                <a:solidFill>
                  <a:srgbClr val="68736C"/>
                </a:solidFill>
              </a:defRPr>
            </a:lvl7pPr>
            <a:lvl8pPr algn="r">
              <a:buNone/>
              <a:defRPr sz="900" b="1">
                <a:solidFill>
                  <a:srgbClr val="68736C"/>
                </a:solidFill>
              </a:defRPr>
            </a:lvl8pPr>
            <a:lvl9pPr algn="r">
              <a:buNone/>
              <a:defRPr sz="900" b="1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68736C"/>
                </a:solidFill>
              </a:defRPr>
            </a:pPr>
            <a:r>
              <a:rPr sz="900" b="1">
                <a:solidFill>
                  <a:srgbClr val="68736C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750EF7-C969-4310-BCAB-A46719BF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96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F6A4B"/>
                </a:solidFill>
              </a:defRPr>
            </a:defPPr>
            <a:lvl1pPr algn="l">
              <a:buNone/>
              <a:defRPr sz="975" b="1">
                <a:solidFill>
                  <a:srgbClr val="2F6A4B"/>
                </a:solidFill>
              </a:defRPr>
            </a:lvl1pPr>
            <a:lvl2pPr algn="l">
              <a:buNone/>
              <a:defRPr sz="975" b="1">
                <a:solidFill>
                  <a:srgbClr val="2F6A4B"/>
                </a:solidFill>
              </a:defRPr>
            </a:lvl2pPr>
            <a:lvl3pPr algn="l">
              <a:buNone/>
              <a:defRPr sz="975" b="1">
                <a:solidFill>
                  <a:srgbClr val="2F6A4B"/>
                </a:solidFill>
              </a:defRPr>
            </a:lvl3pPr>
            <a:lvl4pPr algn="l">
              <a:buNone/>
              <a:defRPr sz="975" b="1">
                <a:solidFill>
                  <a:srgbClr val="2F6A4B"/>
                </a:solidFill>
              </a:defRPr>
            </a:lvl4pPr>
            <a:lvl5pPr algn="l">
              <a:buNone/>
              <a:defRPr sz="975" b="1">
                <a:solidFill>
                  <a:srgbClr val="2F6A4B"/>
                </a:solidFill>
              </a:defRPr>
            </a:lvl5pPr>
            <a:lvl6pPr algn="l">
              <a:buNone/>
              <a:defRPr sz="975" b="1">
                <a:solidFill>
                  <a:srgbClr val="2F6A4B"/>
                </a:solidFill>
              </a:defRPr>
            </a:lvl6pPr>
            <a:lvl7pPr algn="l">
              <a:buNone/>
              <a:defRPr sz="975" b="1">
                <a:solidFill>
                  <a:srgbClr val="2F6A4B"/>
                </a:solidFill>
              </a:defRPr>
            </a:lvl7pPr>
            <a:lvl8pPr algn="l">
              <a:buNone/>
              <a:defRPr sz="975" b="1">
                <a:solidFill>
                  <a:srgbClr val="2F6A4B"/>
                </a:solidFill>
              </a:defRPr>
            </a:lvl8pPr>
            <a:lvl9pPr algn="l">
              <a:buNone/>
              <a:defRPr sz="975" b="1">
                <a:solidFill>
                  <a:srgbClr val="2F6A4B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2F6A4B"/>
                </a:solidFill>
              </a:defRPr>
            </a:pPr>
            <a:r>
              <a:rPr sz="975" b="1">
                <a:solidFill>
                  <a:srgbClr val="2F6A4B"/>
                </a:solidFill>
              </a:rPr>
              <a:t>THE 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F5A60-DC9E-4A88-94C1-2193C95A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8231D"/>
                </a:solidFill>
              </a:defRPr>
            </a:defPPr>
            <a:lvl1pPr algn="l">
              <a:buNone/>
              <a:defRPr sz="3150" b="1">
                <a:solidFill>
                  <a:srgbClr val="18231D"/>
                </a:solidFill>
              </a:defRPr>
            </a:lvl1pPr>
            <a:lvl2pPr algn="l">
              <a:buNone/>
              <a:defRPr sz="3150" b="1">
                <a:solidFill>
                  <a:srgbClr val="18231D"/>
                </a:solidFill>
              </a:defRPr>
            </a:lvl2pPr>
            <a:lvl3pPr algn="l">
              <a:buNone/>
              <a:defRPr sz="3150" b="1">
                <a:solidFill>
                  <a:srgbClr val="18231D"/>
                </a:solidFill>
              </a:defRPr>
            </a:lvl3pPr>
            <a:lvl4pPr algn="l">
              <a:buNone/>
              <a:defRPr sz="3150" b="1">
                <a:solidFill>
                  <a:srgbClr val="18231D"/>
                </a:solidFill>
              </a:defRPr>
            </a:lvl4pPr>
            <a:lvl5pPr algn="l">
              <a:buNone/>
              <a:defRPr sz="3150" b="1">
                <a:solidFill>
                  <a:srgbClr val="18231D"/>
                </a:solidFill>
              </a:defRPr>
            </a:lvl5pPr>
            <a:lvl6pPr algn="l">
              <a:buNone/>
              <a:defRPr sz="3150" b="1">
                <a:solidFill>
                  <a:srgbClr val="18231D"/>
                </a:solidFill>
              </a:defRPr>
            </a:lvl6pPr>
            <a:lvl7pPr algn="l">
              <a:buNone/>
              <a:defRPr sz="3150" b="1">
                <a:solidFill>
                  <a:srgbClr val="18231D"/>
                </a:solidFill>
              </a:defRPr>
            </a:lvl7pPr>
            <a:lvl8pPr algn="l">
              <a:buNone/>
              <a:defRPr sz="3150" b="1">
                <a:solidFill>
                  <a:srgbClr val="18231D"/>
                </a:solidFill>
              </a:defRPr>
            </a:lvl8pPr>
            <a:lvl9pPr algn="l">
              <a:buNone/>
              <a:defRPr sz="3150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18231D"/>
                </a:solidFill>
              </a:defRPr>
            </a:pPr>
            <a:r>
              <a:rPr sz="3150" b="1">
                <a:solidFill>
                  <a:srgbClr val="18231D"/>
                </a:solidFill>
              </a:rPr>
              <a:t>One registration payment can represent several event obligations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6FA1BD-661D-477D-B7DC-E5F7D658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361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5250" b="1">
                <a:solidFill>
                  <a:srgbClr val="173D2C"/>
                </a:solidFill>
              </a:defRPr>
            </a:defPPr>
            <a:lvl1pPr algn="l">
              <a:buNone/>
              <a:defRPr sz="5250" b="1">
                <a:solidFill>
                  <a:srgbClr val="173D2C"/>
                </a:solidFill>
              </a:defRPr>
            </a:lvl1pPr>
            <a:lvl2pPr algn="l">
              <a:buNone/>
              <a:defRPr sz="5250" b="1">
                <a:solidFill>
                  <a:srgbClr val="173D2C"/>
                </a:solidFill>
              </a:defRPr>
            </a:lvl2pPr>
            <a:lvl3pPr algn="l">
              <a:buNone/>
              <a:defRPr sz="5250" b="1">
                <a:solidFill>
                  <a:srgbClr val="173D2C"/>
                </a:solidFill>
              </a:defRPr>
            </a:lvl3pPr>
            <a:lvl4pPr algn="l">
              <a:buNone/>
              <a:defRPr sz="5250" b="1">
                <a:solidFill>
                  <a:srgbClr val="173D2C"/>
                </a:solidFill>
              </a:defRPr>
            </a:lvl4pPr>
            <a:lvl5pPr algn="l">
              <a:buNone/>
              <a:defRPr sz="5250" b="1">
                <a:solidFill>
                  <a:srgbClr val="173D2C"/>
                </a:solidFill>
              </a:defRPr>
            </a:lvl5pPr>
            <a:lvl6pPr algn="l">
              <a:buNone/>
              <a:defRPr sz="5250" b="1">
                <a:solidFill>
                  <a:srgbClr val="173D2C"/>
                </a:solidFill>
              </a:defRPr>
            </a:lvl6pPr>
            <a:lvl7pPr algn="l">
              <a:buNone/>
              <a:defRPr sz="5250" b="1">
                <a:solidFill>
                  <a:srgbClr val="173D2C"/>
                </a:solidFill>
              </a:defRPr>
            </a:lvl7pPr>
            <a:lvl8pPr algn="l">
              <a:buNone/>
              <a:defRPr sz="5250" b="1">
                <a:solidFill>
                  <a:srgbClr val="173D2C"/>
                </a:solidFill>
              </a:defRPr>
            </a:lvl8pPr>
            <a:lvl9pPr algn="l">
              <a:buNone/>
              <a:defRPr sz="52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l">
              <a:buNone/>
              <a:defRPr sz="5250" b="1">
                <a:solidFill>
                  <a:srgbClr val="173D2C"/>
                </a:solidFill>
              </a:defRPr>
            </a:pPr>
            <a:r>
              <a:rPr sz="5250" b="1">
                <a:solidFill>
                  <a:srgbClr val="173D2C"/>
                </a:solidFill>
              </a:rPr>
              <a:t>₱1,600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028EF-998B-41D0-90B1-DFD2EFF0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909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68736C"/>
                </a:solidFill>
              </a:defRPr>
            </a:defPPr>
            <a:lvl1pPr algn="l">
              <a:buNone/>
              <a:defRPr sz="1275" b="1">
                <a:solidFill>
                  <a:srgbClr val="68736C"/>
                </a:solidFill>
              </a:defRPr>
            </a:lvl1pPr>
            <a:lvl2pPr algn="l">
              <a:buNone/>
              <a:defRPr sz="1275" b="1">
                <a:solidFill>
                  <a:srgbClr val="68736C"/>
                </a:solidFill>
              </a:defRPr>
            </a:lvl2pPr>
            <a:lvl3pPr algn="l">
              <a:buNone/>
              <a:defRPr sz="1275" b="1">
                <a:solidFill>
                  <a:srgbClr val="68736C"/>
                </a:solidFill>
              </a:defRPr>
            </a:lvl3pPr>
            <a:lvl4pPr algn="l">
              <a:buNone/>
              <a:defRPr sz="1275" b="1">
                <a:solidFill>
                  <a:srgbClr val="68736C"/>
                </a:solidFill>
              </a:defRPr>
            </a:lvl4pPr>
            <a:lvl5pPr algn="l">
              <a:buNone/>
              <a:defRPr sz="1275" b="1">
                <a:solidFill>
                  <a:srgbClr val="68736C"/>
                </a:solidFill>
              </a:defRPr>
            </a:lvl5pPr>
            <a:lvl6pPr algn="l">
              <a:buNone/>
              <a:defRPr sz="1275" b="1">
                <a:solidFill>
                  <a:srgbClr val="68736C"/>
                </a:solidFill>
              </a:defRPr>
            </a:lvl6pPr>
            <a:lvl7pPr algn="l">
              <a:buNone/>
              <a:defRPr sz="1275" b="1">
                <a:solidFill>
                  <a:srgbClr val="68736C"/>
                </a:solidFill>
              </a:defRPr>
            </a:lvl7pPr>
            <a:lvl8pPr algn="l">
              <a:buNone/>
              <a:defRPr sz="1275" b="1">
                <a:solidFill>
                  <a:srgbClr val="68736C"/>
                </a:solidFill>
              </a:defRPr>
            </a:lvl8pPr>
            <a:lvl9pPr algn="l">
              <a:buNone/>
              <a:defRPr sz="1275" b="1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68736C"/>
                </a:solidFill>
              </a:defRPr>
            </a:pPr>
            <a:r>
              <a:rPr sz="1275" b="1">
                <a:solidFill>
                  <a:srgbClr val="68736C"/>
                </a:solidFill>
              </a:rPr>
              <a:t>Mt. Manaphag Hike + Island Hop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8A47B-AE64-4882-BC9D-92A8124A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95725"/>
            <a:ext cx="381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31D"/>
                </a:solidFill>
              </a:defRPr>
            </a:defPPr>
            <a:lvl1pPr algn="l">
              <a:buNone/>
              <a:defRPr sz="1425" b="0">
                <a:solidFill>
                  <a:srgbClr val="18231D"/>
                </a:solidFill>
              </a:defRPr>
            </a:lvl1pPr>
            <a:lvl2pPr algn="l">
              <a:buNone/>
              <a:defRPr sz="1425" b="0">
                <a:solidFill>
                  <a:srgbClr val="18231D"/>
                </a:solidFill>
              </a:defRPr>
            </a:lvl2pPr>
            <a:lvl3pPr algn="l">
              <a:buNone/>
              <a:defRPr sz="1425" b="0">
                <a:solidFill>
                  <a:srgbClr val="18231D"/>
                </a:solidFill>
              </a:defRPr>
            </a:lvl3pPr>
            <a:lvl4pPr algn="l">
              <a:buNone/>
              <a:defRPr sz="1425" b="0">
                <a:solidFill>
                  <a:srgbClr val="18231D"/>
                </a:solidFill>
              </a:defRPr>
            </a:lvl4pPr>
            <a:lvl5pPr algn="l">
              <a:buNone/>
              <a:defRPr sz="1425" b="0">
                <a:solidFill>
                  <a:srgbClr val="18231D"/>
                </a:solidFill>
              </a:defRPr>
            </a:lvl5pPr>
            <a:lvl6pPr algn="l">
              <a:buNone/>
              <a:defRPr sz="1425" b="0">
                <a:solidFill>
                  <a:srgbClr val="18231D"/>
                </a:solidFill>
              </a:defRPr>
            </a:lvl6pPr>
            <a:lvl7pPr algn="l">
              <a:buNone/>
              <a:defRPr sz="1425" b="0">
                <a:solidFill>
                  <a:srgbClr val="18231D"/>
                </a:solidFill>
              </a:defRPr>
            </a:lvl7pPr>
            <a:lvl8pPr algn="l">
              <a:buNone/>
              <a:defRPr sz="1425" b="0">
                <a:solidFill>
                  <a:srgbClr val="18231D"/>
                </a:solidFill>
              </a:defRPr>
            </a:lvl8pPr>
            <a:lvl9pPr algn="l">
              <a:buNone/>
              <a:defRPr sz="1425" b="0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18231D"/>
                </a:solidFill>
              </a:defRPr>
            </a:pPr>
            <a:r>
              <a:rPr sz="1425" b="0">
                <a:solidFill>
                  <a:srgbClr val="18231D"/>
                </a:solidFill>
              </a:rPr>
              <a:t>One payment covered guides, local fees, transportation, meals, and event operations.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97CB7-96CB-4169-BE1F-4BB16CC9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43500"/>
            <a:ext cx="24765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A073F-8A76-42A0-A565-2D183C07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435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173D2C"/>
                </a:solidFill>
              </a:defRPr>
            </a:defPPr>
            <a:lvl1pPr algn="ctr">
              <a:buNone/>
              <a:defRPr sz="900" b="1">
                <a:solidFill>
                  <a:srgbClr val="173D2C"/>
                </a:solidFill>
              </a:defRPr>
            </a:lvl1pPr>
            <a:lvl2pPr algn="ctr">
              <a:buNone/>
              <a:defRPr sz="900" b="1">
                <a:solidFill>
                  <a:srgbClr val="173D2C"/>
                </a:solidFill>
              </a:defRPr>
            </a:lvl2pPr>
            <a:lvl3pPr algn="ctr">
              <a:buNone/>
              <a:defRPr sz="900" b="1">
                <a:solidFill>
                  <a:srgbClr val="173D2C"/>
                </a:solidFill>
              </a:defRPr>
            </a:lvl3pPr>
            <a:lvl4pPr algn="ctr">
              <a:buNone/>
              <a:defRPr sz="900" b="1">
                <a:solidFill>
                  <a:srgbClr val="173D2C"/>
                </a:solidFill>
              </a:defRPr>
            </a:lvl4pPr>
            <a:lvl5pPr algn="ctr">
              <a:buNone/>
              <a:defRPr sz="900" b="1">
                <a:solidFill>
                  <a:srgbClr val="173D2C"/>
                </a:solidFill>
              </a:defRPr>
            </a:lvl5pPr>
            <a:lvl6pPr algn="ctr">
              <a:buNone/>
              <a:defRPr sz="900" b="1">
                <a:solidFill>
                  <a:srgbClr val="173D2C"/>
                </a:solidFill>
              </a:defRPr>
            </a:lvl6pPr>
            <a:lvl7pPr algn="ctr">
              <a:buNone/>
              <a:defRPr sz="900" b="1">
                <a:solidFill>
                  <a:srgbClr val="173D2C"/>
                </a:solidFill>
              </a:defRPr>
            </a:lvl7pPr>
            <a:lvl8pPr algn="ctr">
              <a:buNone/>
              <a:defRPr sz="900" b="1">
                <a:solidFill>
                  <a:srgbClr val="173D2C"/>
                </a:solidFill>
              </a:defRPr>
            </a:lvl8pPr>
            <a:lvl9pPr algn="ctr">
              <a:buNone/>
              <a:defRPr sz="90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900" b="1">
                <a:solidFill>
                  <a:srgbClr val="173D2C"/>
                </a:solidFill>
              </a:defRPr>
            </a:pPr>
            <a:r>
              <a:rPr sz="900" b="1">
                <a:solidFill>
                  <a:srgbClr val="173D2C"/>
                </a:solidFill>
              </a:rPr>
              <a:t>VALIDATED WITH 1 ORGANIZER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9AD820-B75C-4708-8776-D555340E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B41EA2-ECD8-42F6-AC36-87C8DE75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DF7"/>
                </a:solidFill>
              </a:defRPr>
            </a:defPPr>
            <a:lvl1pPr algn="ctr">
              <a:buNone/>
              <a:defRPr sz="975" b="1">
                <a:solidFill>
                  <a:srgbClr val="FFFDF7"/>
                </a:solidFill>
              </a:defRPr>
            </a:lvl1pPr>
            <a:lvl2pPr algn="ctr">
              <a:buNone/>
              <a:defRPr sz="975" b="1">
                <a:solidFill>
                  <a:srgbClr val="FFFDF7"/>
                </a:solidFill>
              </a:defRPr>
            </a:lvl2pPr>
            <a:lvl3pPr algn="ctr">
              <a:buNone/>
              <a:defRPr sz="975" b="1">
                <a:solidFill>
                  <a:srgbClr val="FFFDF7"/>
                </a:solidFill>
              </a:defRPr>
            </a:lvl3pPr>
            <a:lvl4pPr algn="ctr">
              <a:buNone/>
              <a:defRPr sz="975" b="1">
                <a:solidFill>
                  <a:srgbClr val="FFFDF7"/>
                </a:solidFill>
              </a:defRPr>
            </a:lvl4pPr>
            <a:lvl5pPr algn="ctr">
              <a:buNone/>
              <a:defRPr sz="975" b="1">
                <a:solidFill>
                  <a:srgbClr val="FFFDF7"/>
                </a:solidFill>
              </a:defRPr>
            </a:lvl5pPr>
            <a:lvl6pPr algn="ctr">
              <a:buNone/>
              <a:defRPr sz="975" b="1">
                <a:solidFill>
                  <a:srgbClr val="FFFDF7"/>
                </a:solidFill>
              </a:defRPr>
            </a:lvl6pPr>
            <a:lvl7pPr algn="ctr">
              <a:buNone/>
              <a:defRPr sz="975" b="1">
                <a:solidFill>
                  <a:srgbClr val="FFFDF7"/>
                </a:solidFill>
              </a:defRPr>
            </a:lvl7pPr>
            <a:lvl8pPr algn="ctr">
              <a:buNone/>
              <a:defRPr sz="975" b="1">
                <a:solidFill>
                  <a:srgbClr val="FFFDF7"/>
                </a:solidFill>
              </a:defRPr>
            </a:lvl8pPr>
            <a:lvl9pPr algn="ctr">
              <a:buNone/>
              <a:defRPr sz="97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DF7"/>
                </a:solidFill>
              </a:defRPr>
            </a:pPr>
            <a:r>
              <a:rPr sz="975" b="1">
                <a:solidFill>
                  <a:srgbClr val="FFFDF7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BF680-2A44-4904-A490-3816341A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69557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18231D"/>
                </a:solidFill>
              </a:defRPr>
            </a:defPPr>
            <a:lvl1pPr algn="l">
              <a:buNone/>
              <a:defRPr sz="1650" b="1">
                <a:solidFill>
                  <a:srgbClr val="18231D"/>
                </a:solidFill>
              </a:defRPr>
            </a:lvl1pPr>
            <a:lvl2pPr algn="l">
              <a:buNone/>
              <a:defRPr sz="1650" b="1">
                <a:solidFill>
                  <a:srgbClr val="18231D"/>
                </a:solidFill>
              </a:defRPr>
            </a:lvl2pPr>
            <a:lvl3pPr algn="l">
              <a:buNone/>
              <a:defRPr sz="1650" b="1">
                <a:solidFill>
                  <a:srgbClr val="18231D"/>
                </a:solidFill>
              </a:defRPr>
            </a:lvl3pPr>
            <a:lvl4pPr algn="l">
              <a:buNone/>
              <a:defRPr sz="1650" b="1">
                <a:solidFill>
                  <a:srgbClr val="18231D"/>
                </a:solidFill>
              </a:defRPr>
            </a:lvl4pPr>
            <a:lvl5pPr algn="l">
              <a:buNone/>
              <a:defRPr sz="1650" b="1">
                <a:solidFill>
                  <a:srgbClr val="18231D"/>
                </a:solidFill>
              </a:defRPr>
            </a:lvl5pPr>
            <a:lvl6pPr algn="l">
              <a:buNone/>
              <a:defRPr sz="1650" b="1">
                <a:solidFill>
                  <a:srgbClr val="18231D"/>
                </a:solidFill>
              </a:defRPr>
            </a:lvl6pPr>
            <a:lvl7pPr algn="l">
              <a:buNone/>
              <a:defRPr sz="1650" b="1">
                <a:solidFill>
                  <a:srgbClr val="18231D"/>
                </a:solidFill>
              </a:defRPr>
            </a:lvl7pPr>
            <a:lvl8pPr algn="l">
              <a:buNone/>
              <a:defRPr sz="1650" b="1">
                <a:solidFill>
                  <a:srgbClr val="18231D"/>
                </a:solidFill>
              </a:defRPr>
            </a:lvl8pPr>
            <a:lvl9pPr algn="l">
              <a:buNone/>
              <a:defRPr sz="1650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8231D"/>
                </a:solidFill>
              </a:defRPr>
            </a:pPr>
            <a:r>
              <a:rPr sz="1650" b="1">
                <a:solidFill>
                  <a:srgbClr val="18231D"/>
                </a:solidFill>
              </a:rPr>
              <a:t>Participant pays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C9C4F0-D2CB-4EEC-8F31-C3688972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9908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68736C"/>
                </a:solidFill>
              </a:defRPr>
            </a:defPPr>
            <a:lvl1pPr algn="l">
              <a:buNone/>
              <a:defRPr sz="1125" b="0">
                <a:solidFill>
                  <a:srgbClr val="68736C"/>
                </a:solidFill>
              </a:defRPr>
            </a:lvl1pPr>
            <a:lvl2pPr algn="l">
              <a:buNone/>
              <a:defRPr sz="1125" b="0">
                <a:solidFill>
                  <a:srgbClr val="68736C"/>
                </a:solidFill>
              </a:defRPr>
            </a:lvl2pPr>
            <a:lvl3pPr algn="l">
              <a:buNone/>
              <a:defRPr sz="1125" b="0">
                <a:solidFill>
                  <a:srgbClr val="68736C"/>
                </a:solidFill>
              </a:defRPr>
            </a:lvl3pPr>
            <a:lvl4pPr algn="l">
              <a:buNone/>
              <a:defRPr sz="1125" b="0">
                <a:solidFill>
                  <a:srgbClr val="68736C"/>
                </a:solidFill>
              </a:defRPr>
            </a:lvl4pPr>
            <a:lvl5pPr algn="l">
              <a:buNone/>
              <a:defRPr sz="1125" b="0">
                <a:solidFill>
                  <a:srgbClr val="68736C"/>
                </a:solidFill>
              </a:defRPr>
            </a:lvl5pPr>
            <a:lvl6pPr algn="l">
              <a:buNone/>
              <a:defRPr sz="1125" b="0">
                <a:solidFill>
                  <a:srgbClr val="68736C"/>
                </a:solidFill>
              </a:defRPr>
            </a:lvl6pPr>
            <a:lvl7pPr algn="l">
              <a:buNone/>
              <a:defRPr sz="1125" b="0">
                <a:solidFill>
                  <a:srgbClr val="68736C"/>
                </a:solidFill>
              </a:defRPr>
            </a:lvl7pPr>
            <a:lvl8pPr algn="l">
              <a:buNone/>
              <a:defRPr sz="1125" b="0">
                <a:solidFill>
                  <a:srgbClr val="68736C"/>
                </a:solidFill>
              </a:defRPr>
            </a:lvl8pPr>
            <a:lvl9pPr algn="l">
              <a:buNone/>
              <a:defRPr sz="1125" b="0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8736C"/>
                </a:solidFill>
              </a:defRPr>
            </a:pPr>
            <a:r>
              <a:rPr sz="1125" b="0">
                <a:solidFill>
                  <a:srgbClr val="68736C"/>
                </a:solidFill>
              </a:rPr>
              <a:t>GCash, bank, or cash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09E648-FED3-486F-98FB-648A6A7D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19450"/>
            <a:ext cx="0" cy="542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A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F9635C-CF67-48C4-810B-5E1A75B2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004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FC5021-08E3-44AF-991D-31EA6FE2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8004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DF7"/>
                </a:solidFill>
              </a:defRPr>
            </a:defPPr>
            <a:lvl1pPr algn="ctr">
              <a:buNone/>
              <a:defRPr sz="975" b="1">
                <a:solidFill>
                  <a:srgbClr val="FFFDF7"/>
                </a:solidFill>
              </a:defRPr>
            </a:lvl1pPr>
            <a:lvl2pPr algn="ctr">
              <a:buNone/>
              <a:defRPr sz="975" b="1">
                <a:solidFill>
                  <a:srgbClr val="FFFDF7"/>
                </a:solidFill>
              </a:defRPr>
            </a:lvl2pPr>
            <a:lvl3pPr algn="ctr">
              <a:buNone/>
              <a:defRPr sz="975" b="1">
                <a:solidFill>
                  <a:srgbClr val="FFFDF7"/>
                </a:solidFill>
              </a:defRPr>
            </a:lvl3pPr>
            <a:lvl4pPr algn="ctr">
              <a:buNone/>
              <a:defRPr sz="975" b="1">
                <a:solidFill>
                  <a:srgbClr val="FFFDF7"/>
                </a:solidFill>
              </a:defRPr>
            </a:lvl4pPr>
            <a:lvl5pPr algn="ctr">
              <a:buNone/>
              <a:defRPr sz="975" b="1">
                <a:solidFill>
                  <a:srgbClr val="FFFDF7"/>
                </a:solidFill>
              </a:defRPr>
            </a:lvl5pPr>
            <a:lvl6pPr algn="ctr">
              <a:buNone/>
              <a:defRPr sz="975" b="1">
                <a:solidFill>
                  <a:srgbClr val="FFFDF7"/>
                </a:solidFill>
              </a:defRPr>
            </a:lvl6pPr>
            <a:lvl7pPr algn="ctr">
              <a:buNone/>
              <a:defRPr sz="975" b="1">
                <a:solidFill>
                  <a:srgbClr val="FFFDF7"/>
                </a:solidFill>
              </a:defRPr>
            </a:lvl7pPr>
            <a:lvl8pPr algn="ctr">
              <a:buNone/>
              <a:defRPr sz="975" b="1">
                <a:solidFill>
                  <a:srgbClr val="FFFDF7"/>
                </a:solidFill>
              </a:defRPr>
            </a:lvl8pPr>
            <a:lvl9pPr algn="ctr">
              <a:buNone/>
              <a:defRPr sz="97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DF7"/>
                </a:solidFill>
              </a:defRPr>
            </a:pPr>
            <a:r>
              <a:rPr sz="975" b="1">
                <a:solidFill>
                  <a:srgbClr val="FFFDF7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A16D6-4897-446B-9BFA-50B81A77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78142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18231D"/>
                </a:solidFill>
              </a:defRPr>
            </a:defPPr>
            <a:lvl1pPr algn="l">
              <a:buNone/>
              <a:defRPr sz="1650" b="1">
                <a:solidFill>
                  <a:srgbClr val="18231D"/>
                </a:solidFill>
              </a:defRPr>
            </a:lvl1pPr>
            <a:lvl2pPr algn="l">
              <a:buNone/>
              <a:defRPr sz="1650" b="1">
                <a:solidFill>
                  <a:srgbClr val="18231D"/>
                </a:solidFill>
              </a:defRPr>
            </a:lvl2pPr>
            <a:lvl3pPr algn="l">
              <a:buNone/>
              <a:defRPr sz="1650" b="1">
                <a:solidFill>
                  <a:srgbClr val="18231D"/>
                </a:solidFill>
              </a:defRPr>
            </a:lvl3pPr>
            <a:lvl4pPr algn="l">
              <a:buNone/>
              <a:defRPr sz="1650" b="1">
                <a:solidFill>
                  <a:srgbClr val="18231D"/>
                </a:solidFill>
              </a:defRPr>
            </a:lvl4pPr>
            <a:lvl5pPr algn="l">
              <a:buNone/>
              <a:defRPr sz="1650" b="1">
                <a:solidFill>
                  <a:srgbClr val="18231D"/>
                </a:solidFill>
              </a:defRPr>
            </a:lvl5pPr>
            <a:lvl6pPr algn="l">
              <a:buNone/>
              <a:defRPr sz="1650" b="1">
                <a:solidFill>
                  <a:srgbClr val="18231D"/>
                </a:solidFill>
              </a:defRPr>
            </a:lvl6pPr>
            <a:lvl7pPr algn="l">
              <a:buNone/>
              <a:defRPr sz="1650" b="1">
                <a:solidFill>
                  <a:srgbClr val="18231D"/>
                </a:solidFill>
              </a:defRPr>
            </a:lvl7pPr>
            <a:lvl8pPr algn="l">
              <a:buNone/>
              <a:defRPr sz="1650" b="1">
                <a:solidFill>
                  <a:srgbClr val="18231D"/>
                </a:solidFill>
              </a:defRPr>
            </a:lvl8pPr>
            <a:lvl9pPr algn="l">
              <a:buNone/>
              <a:defRPr sz="1650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8231D"/>
                </a:solidFill>
              </a:defRPr>
            </a:pPr>
            <a:r>
              <a:rPr sz="1650" b="1">
                <a:solidFill>
                  <a:srgbClr val="18231D"/>
                </a:solidFill>
              </a:rPr>
              <a:t>Organizer tracks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551EC-68DF-4CE1-B901-9B3A92C5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0767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68736C"/>
                </a:solidFill>
              </a:defRPr>
            </a:defPPr>
            <a:lvl1pPr algn="l">
              <a:buNone/>
              <a:defRPr sz="1125" b="0">
                <a:solidFill>
                  <a:srgbClr val="68736C"/>
                </a:solidFill>
              </a:defRPr>
            </a:lvl1pPr>
            <a:lvl2pPr algn="l">
              <a:buNone/>
              <a:defRPr sz="1125" b="0">
                <a:solidFill>
                  <a:srgbClr val="68736C"/>
                </a:solidFill>
              </a:defRPr>
            </a:lvl2pPr>
            <a:lvl3pPr algn="l">
              <a:buNone/>
              <a:defRPr sz="1125" b="0">
                <a:solidFill>
                  <a:srgbClr val="68736C"/>
                </a:solidFill>
              </a:defRPr>
            </a:lvl3pPr>
            <a:lvl4pPr algn="l">
              <a:buNone/>
              <a:defRPr sz="1125" b="0">
                <a:solidFill>
                  <a:srgbClr val="68736C"/>
                </a:solidFill>
              </a:defRPr>
            </a:lvl4pPr>
            <a:lvl5pPr algn="l">
              <a:buNone/>
              <a:defRPr sz="1125" b="0">
                <a:solidFill>
                  <a:srgbClr val="68736C"/>
                </a:solidFill>
              </a:defRPr>
            </a:lvl5pPr>
            <a:lvl6pPr algn="l">
              <a:buNone/>
              <a:defRPr sz="1125" b="0">
                <a:solidFill>
                  <a:srgbClr val="68736C"/>
                </a:solidFill>
              </a:defRPr>
            </a:lvl6pPr>
            <a:lvl7pPr algn="l">
              <a:buNone/>
              <a:defRPr sz="1125" b="0">
                <a:solidFill>
                  <a:srgbClr val="68736C"/>
                </a:solidFill>
              </a:defRPr>
            </a:lvl7pPr>
            <a:lvl8pPr algn="l">
              <a:buNone/>
              <a:defRPr sz="1125" b="0">
                <a:solidFill>
                  <a:srgbClr val="68736C"/>
                </a:solidFill>
              </a:defRPr>
            </a:lvl8pPr>
            <a:lvl9pPr algn="l">
              <a:buNone/>
              <a:defRPr sz="1125" b="0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8736C"/>
                </a:solidFill>
              </a:defRPr>
            </a:pPr>
            <a:r>
              <a:rPr sz="1125" b="0">
                <a:solidFill>
                  <a:srgbClr val="68736C"/>
                </a:solidFill>
              </a:rPr>
              <a:t>Forms, chats, confirmations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8D2A61-BDBB-4A4D-99F9-B437ADB8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305300"/>
            <a:ext cx="0" cy="542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A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A31FAB-46EC-44AB-B08B-C1D40B3CF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863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7839"/>
          </a:solidFill>
          <a:ln xmlns:a="http://schemas.openxmlformats.org/drawingml/2006/main" w="9525">
            <a:solidFill>
              <a:srgbClr val="E9783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FEBD07-2E65-42EA-8065-41108A1E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8632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DF7"/>
                </a:solidFill>
              </a:defRPr>
            </a:defPPr>
            <a:lvl1pPr algn="ctr">
              <a:buNone/>
              <a:defRPr sz="975" b="1">
                <a:solidFill>
                  <a:srgbClr val="FFFDF7"/>
                </a:solidFill>
              </a:defRPr>
            </a:lvl1pPr>
            <a:lvl2pPr algn="ctr">
              <a:buNone/>
              <a:defRPr sz="975" b="1">
                <a:solidFill>
                  <a:srgbClr val="FFFDF7"/>
                </a:solidFill>
              </a:defRPr>
            </a:lvl2pPr>
            <a:lvl3pPr algn="ctr">
              <a:buNone/>
              <a:defRPr sz="975" b="1">
                <a:solidFill>
                  <a:srgbClr val="FFFDF7"/>
                </a:solidFill>
              </a:defRPr>
            </a:lvl3pPr>
            <a:lvl4pPr algn="ctr">
              <a:buNone/>
              <a:defRPr sz="975" b="1">
                <a:solidFill>
                  <a:srgbClr val="FFFDF7"/>
                </a:solidFill>
              </a:defRPr>
            </a:lvl4pPr>
            <a:lvl5pPr algn="ctr">
              <a:buNone/>
              <a:defRPr sz="975" b="1">
                <a:solidFill>
                  <a:srgbClr val="FFFDF7"/>
                </a:solidFill>
              </a:defRPr>
            </a:lvl5pPr>
            <a:lvl6pPr algn="ctr">
              <a:buNone/>
              <a:defRPr sz="975" b="1">
                <a:solidFill>
                  <a:srgbClr val="FFFDF7"/>
                </a:solidFill>
              </a:defRPr>
            </a:lvl6pPr>
            <a:lvl7pPr algn="ctr">
              <a:buNone/>
              <a:defRPr sz="975" b="1">
                <a:solidFill>
                  <a:srgbClr val="FFFDF7"/>
                </a:solidFill>
              </a:defRPr>
            </a:lvl7pPr>
            <a:lvl8pPr algn="ctr">
              <a:buNone/>
              <a:defRPr sz="975" b="1">
                <a:solidFill>
                  <a:srgbClr val="FFFDF7"/>
                </a:solidFill>
              </a:defRPr>
            </a:lvl8pPr>
            <a:lvl9pPr algn="ctr">
              <a:buNone/>
              <a:defRPr sz="97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FFFDF7"/>
                </a:solidFill>
              </a:defRPr>
            </a:pPr>
            <a:r>
              <a:rPr sz="975" b="1">
                <a:solidFill>
                  <a:srgbClr val="FFFDF7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F442A6-E40D-4C23-8358-18B775C9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6727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18231D"/>
                </a:solidFill>
              </a:defRPr>
            </a:defPPr>
            <a:lvl1pPr algn="l">
              <a:buNone/>
              <a:defRPr sz="1650" b="1">
                <a:solidFill>
                  <a:srgbClr val="18231D"/>
                </a:solidFill>
              </a:defRPr>
            </a:lvl1pPr>
            <a:lvl2pPr algn="l">
              <a:buNone/>
              <a:defRPr sz="1650" b="1">
                <a:solidFill>
                  <a:srgbClr val="18231D"/>
                </a:solidFill>
              </a:defRPr>
            </a:lvl2pPr>
            <a:lvl3pPr algn="l">
              <a:buNone/>
              <a:defRPr sz="1650" b="1">
                <a:solidFill>
                  <a:srgbClr val="18231D"/>
                </a:solidFill>
              </a:defRPr>
            </a:lvl3pPr>
            <a:lvl4pPr algn="l">
              <a:buNone/>
              <a:defRPr sz="1650" b="1">
                <a:solidFill>
                  <a:srgbClr val="18231D"/>
                </a:solidFill>
              </a:defRPr>
            </a:lvl4pPr>
            <a:lvl5pPr algn="l">
              <a:buNone/>
              <a:defRPr sz="1650" b="1">
                <a:solidFill>
                  <a:srgbClr val="18231D"/>
                </a:solidFill>
              </a:defRPr>
            </a:lvl5pPr>
            <a:lvl6pPr algn="l">
              <a:buNone/>
              <a:defRPr sz="1650" b="1">
                <a:solidFill>
                  <a:srgbClr val="18231D"/>
                </a:solidFill>
              </a:defRPr>
            </a:lvl6pPr>
            <a:lvl7pPr algn="l">
              <a:buNone/>
              <a:defRPr sz="1650" b="1">
                <a:solidFill>
                  <a:srgbClr val="18231D"/>
                </a:solidFill>
              </a:defRPr>
            </a:lvl7pPr>
            <a:lvl8pPr algn="l">
              <a:buNone/>
              <a:defRPr sz="1650" b="1">
                <a:solidFill>
                  <a:srgbClr val="18231D"/>
                </a:solidFill>
              </a:defRPr>
            </a:lvl8pPr>
            <a:lvl9pPr algn="l">
              <a:buNone/>
              <a:defRPr sz="1650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18231D"/>
                </a:solidFill>
              </a:defRPr>
            </a:pPr>
            <a:r>
              <a:rPr sz="1650" b="1">
                <a:solidFill>
                  <a:srgbClr val="18231D"/>
                </a:solidFill>
              </a:rPr>
              <a:t>Organizer allocates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9E93A5-F0DF-457F-98C9-A0DE5480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16255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0">
                <a:solidFill>
                  <a:srgbClr val="68736C"/>
                </a:solidFill>
              </a:defRPr>
            </a:defPPr>
            <a:lvl1pPr algn="l">
              <a:buNone/>
              <a:defRPr sz="1125" b="0">
                <a:solidFill>
                  <a:srgbClr val="68736C"/>
                </a:solidFill>
              </a:defRPr>
            </a:lvl1pPr>
            <a:lvl2pPr algn="l">
              <a:buNone/>
              <a:defRPr sz="1125" b="0">
                <a:solidFill>
                  <a:srgbClr val="68736C"/>
                </a:solidFill>
              </a:defRPr>
            </a:lvl2pPr>
            <a:lvl3pPr algn="l">
              <a:buNone/>
              <a:defRPr sz="1125" b="0">
                <a:solidFill>
                  <a:srgbClr val="68736C"/>
                </a:solidFill>
              </a:defRPr>
            </a:lvl3pPr>
            <a:lvl4pPr algn="l">
              <a:buNone/>
              <a:defRPr sz="1125" b="0">
                <a:solidFill>
                  <a:srgbClr val="68736C"/>
                </a:solidFill>
              </a:defRPr>
            </a:lvl4pPr>
            <a:lvl5pPr algn="l">
              <a:buNone/>
              <a:defRPr sz="1125" b="0">
                <a:solidFill>
                  <a:srgbClr val="68736C"/>
                </a:solidFill>
              </a:defRPr>
            </a:lvl5pPr>
            <a:lvl6pPr algn="l">
              <a:buNone/>
              <a:defRPr sz="1125" b="0">
                <a:solidFill>
                  <a:srgbClr val="68736C"/>
                </a:solidFill>
              </a:defRPr>
            </a:lvl6pPr>
            <a:lvl7pPr algn="l">
              <a:buNone/>
              <a:defRPr sz="1125" b="0">
                <a:solidFill>
                  <a:srgbClr val="68736C"/>
                </a:solidFill>
              </a:defRPr>
            </a:lvl7pPr>
            <a:lvl8pPr algn="l">
              <a:buNone/>
              <a:defRPr sz="1125" b="0">
                <a:solidFill>
                  <a:srgbClr val="68736C"/>
                </a:solidFill>
              </a:defRPr>
            </a:lvl8pPr>
            <a:lvl9pPr algn="l">
              <a:buNone/>
              <a:defRPr sz="1125" b="0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68736C"/>
                </a:solidFill>
              </a:defRPr>
            </a:pPr>
            <a:r>
              <a:rPr sz="1125" b="0">
                <a:solidFill>
                  <a:srgbClr val="68736C"/>
                </a:solidFill>
              </a:rPr>
              <a:t>Several obligations, by hand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66FE9D-1F71-4884-BAC3-D984B736C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953125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7839"/>
                </a:solidFill>
              </a:defRPr>
            </a:defPPr>
            <a:lvl1pPr algn="l">
              <a:buNone/>
              <a:defRPr sz="1350" b="1">
                <a:solidFill>
                  <a:srgbClr val="E97839"/>
                </a:solidFill>
              </a:defRPr>
            </a:lvl1pPr>
            <a:lvl2pPr algn="l">
              <a:buNone/>
              <a:defRPr sz="1350" b="1">
                <a:solidFill>
                  <a:srgbClr val="E97839"/>
                </a:solidFill>
              </a:defRPr>
            </a:lvl2pPr>
            <a:lvl3pPr algn="l">
              <a:buNone/>
              <a:defRPr sz="1350" b="1">
                <a:solidFill>
                  <a:srgbClr val="E97839"/>
                </a:solidFill>
              </a:defRPr>
            </a:lvl3pPr>
            <a:lvl4pPr algn="l">
              <a:buNone/>
              <a:defRPr sz="1350" b="1">
                <a:solidFill>
                  <a:srgbClr val="E97839"/>
                </a:solidFill>
              </a:defRPr>
            </a:lvl4pPr>
            <a:lvl5pPr algn="l">
              <a:buNone/>
              <a:defRPr sz="1350" b="1">
                <a:solidFill>
                  <a:srgbClr val="E97839"/>
                </a:solidFill>
              </a:defRPr>
            </a:lvl5pPr>
            <a:lvl6pPr algn="l">
              <a:buNone/>
              <a:defRPr sz="1350" b="1">
                <a:solidFill>
                  <a:srgbClr val="E97839"/>
                </a:solidFill>
              </a:defRPr>
            </a:lvl6pPr>
            <a:lvl7pPr algn="l">
              <a:buNone/>
              <a:defRPr sz="1350" b="1">
                <a:solidFill>
                  <a:srgbClr val="E97839"/>
                </a:solidFill>
              </a:defRPr>
            </a:lvl7pPr>
            <a:lvl8pPr algn="l">
              <a:buNone/>
              <a:defRPr sz="1350" b="1">
                <a:solidFill>
                  <a:srgbClr val="E97839"/>
                </a:solidFill>
              </a:defRPr>
            </a:lvl8pPr>
            <a:lvl9pPr algn="l">
              <a:buNone/>
              <a:defRPr sz="1350" b="1">
                <a:solidFill>
                  <a:srgbClr val="E97839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E97839"/>
                </a:solidFill>
              </a:defRPr>
            </a:pPr>
            <a:r>
              <a:rPr sz="1350" b="1">
                <a:solidFill>
                  <a:srgbClr val="E97839"/>
                </a:solidFill>
              </a:rPr>
              <a:t>The payment is collected first. Settlement happens afterward.</a:t>
            </a:r>
          </a:p>
        </p:txBody>
      </p:sp>
    </p:spTree>
    <p:extLst>
      <p:ext uri="{BB962C8B-B14F-4D97-AF65-F5344CB8AC3E}">
        <p14:creationId xmlns:p14="http://schemas.microsoft.com/office/powerpoint/2010/main" val="15151663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9E211B-7A2C-426A-96A7-D679C44D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77F41-2BC6-4CA6-9C91-5BB4CBFD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15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1">
                <a:solidFill>
                  <a:srgbClr val="F4F1E8"/>
                </a:solidFill>
              </a:defRPr>
            </a:defPPr>
            <a:lvl1pPr algn="ctr">
              <a:buNone/>
              <a:defRPr sz="1050" b="1">
                <a:solidFill>
                  <a:srgbClr val="F4F1E8"/>
                </a:solidFill>
              </a:defRPr>
            </a:lvl1pPr>
            <a:lvl2pPr algn="ctr">
              <a:buNone/>
              <a:defRPr sz="1050" b="1">
                <a:solidFill>
                  <a:srgbClr val="F4F1E8"/>
                </a:solidFill>
              </a:defRPr>
            </a:lvl2pPr>
            <a:lvl3pPr algn="ctr">
              <a:buNone/>
              <a:defRPr sz="1050" b="1">
                <a:solidFill>
                  <a:srgbClr val="F4F1E8"/>
                </a:solidFill>
              </a:defRPr>
            </a:lvl3pPr>
            <a:lvl4pPr algn="ctr">
              <a:buNone/>
              <a:defRPr sz="1050" b="1">
                <a:solidFill>
                  <a:srgbClr val="F4F1E8"/>
                </a:solidFill>
              </a:defRPr>
            </a:lvl4pPr>
            <a:lvl5pPr algn="ctr">
              <a:buNone/>
              <a:defRPr sz="1050" b="1">
                <a:solidFill>
                  <a:srgbClr val="F4F1E8"/>
                </a:solidFill>
              </a:defRPr>
            </a:lvl5pPr>
            <a:lvl6pPr algn="ctr">
              <a:buNone/>
              <a:defRPr sz="1050" b="1">
                <a:solidFill>
                  <a:srgbClr val="F4F1E8"/>
                </a:solidFill>
              </a:defRPr>
            </a:lvl6pPr>
            <a:lvl7pPr algn="ctr">
              <a:buNone/>
              <a:defRPr sz="1050" b="1">
                <a:solidFill>
                  <a:srgbClr val="F4F1E8"/>
                </a:solidFill>
              </a:defRPr>
            </a:lvl7pPr>
            <a:lvl8pPr algn="ctr">
              <a:buNone/>
              <a:defRPr sz="1050" b="1">
                <a:solidFill>
                  <a:srgbClr val="F4F1E8"/>
                </a:solidFill>
              </a:defRPr>
            </a:lvl8pPr>
            <a:lvl9pPr algn="ctr">
              <a:buNone/>
              <a:defRPr sz="1050" b="1">
                <a:solidFill>
                  <a:srgbClr val="F4F1E8"/>
                </a:solidFill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4F1E8"/>
                </a:solidFill>
              </a:defRPr>
            </a:pPr>
            <a:r>
              <a:rPr sz="1050" b="1">
                <a:solidFill>
                  <a:srgbClr val="F4F1E8"/>
                </a:solidFill>
              </a:rPr>
              <a:t>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9E12C-52F3-482F-9710-7EDEA028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7147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8231D"/>
                </a:solidFill>
              </a:defRPr>
            </a:defPPr>
            <a:lvl1pPr algn="l">
              <a:buNone/>
              <a:defRPr sz="1275" b="1">
                <a:solidFill>
                  <a:srgbClr val="18231D"/>
                </a:solidFill>
              </a:defRPr>
            </a:lvl1pPr>
            <a:lvl2pPr algn="l">
              <a:buNone/>
              <a:defRPr sz="1275" b="1">
                <a:solidFill>
                  <a:srgbClr val="18231D"/>
                </a:solidFill>
              </a:defRPr>
            </a:lvl2pPr>
            <a:lvl3pPr algn="l">
              <a:buNone/>
              <a:defRPr sz="1275" b="1">
                <a:solidFill>
                  <a:srgbClr val="18231D"/>
                </a:solidFill>
              </a:defRPr>
            </a:lvl3pPr>
            <a:lvl4pPr algn="l">
              <a:buNone/>
              <a:defRPr sz="1275" b="1">
                <a:solidFill>
                  <a:srgbClr val="18231D"/>
                </a:solidFill>
              </a:defRPr>
            </a:lvl4pPr>
            <a:lvl5pPr algn="l">
              <a:buNone/>
              <a:defRPr sz="1275" b="1">
                <a:solidFill>
                  <a:srgbClr val="18231D"/>
                </a:solidFill>
              </a:defRPr>
            </a:lvl5pPr>
            <a:lvl6pPr algn="l">
              <a:buNone/>
              <a:defRPr sz="1275" b="1">
                <a:solidFill>
                  <a:srgbClr val="18231D"/>
                </a:solidFill>
              </a:defRPr>
            </a:lvl6pPr>
            <a:lvl7pPr algn="l">
              <a:buNone/>
              <a:defRPr sz="1275" b="1">
                <a:solidFill>
                  <a:srgbClr val="18231D"/>
                </a:solidFill>
              </a:defRPr>
            </a:lvl7pPr>
            <a:lvl8pPr algn="l">
              <a:buNone/>
              <a:defRPr sz="1275" b="1">
                <a:solidFill>
                  <a:srgbClr val="18231D"/>
                </a:solidFill>
              </a:defRPr>
            </a:lvl8pPr>
            <a:lvl9pPr algn="l">
              <a:buNone/>
              <a:defRPr sz="12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18231D"/>
                </a:solidFill>
              </a:defRPr>
            </a:pPr>
            <a:r>
              <a:rPr sz="1275" b="1">
                <a:solidFill>
                  <a:srgbClr val="18231D"/>
                </a:solidFill>
              </a:rPr>
              <a:t>BUKIDPAY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86D130-0FEA-4C34-AECE-44BB6E70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68736C"/>
                </a:solidFill>
              </a:defRPr>
            </a:defPPr>
            <a:lvl1pPr algn="r">
              <a:buNone/>
              <a:defRPr sz="900" b="1">
                <a:solidFill>
                  <a:srgbClr val="68736C"/>
                </a:solidFill>
              </a:defRPr>
            </a:lvl1pPr>
            <a:lvl2pPr algn="r">
              <a:buNone/>
              <a:defRPr sz="900" b="1">
                <a:solidFill>
                  <a:srgbClr val="68736C"/>
                </a:solidFill>
              </a:defRPr>
            </a:lvl2pPr>
            <a:lvl3pPr algn="r">
              <a:buNone/>
              <a:defRPr sz="900" b="1">
                <a:solidFill>
                  <a:srgbClr val="68736C"/>
                </a:solidFill>
              </a:defRPr>
            </a:lvl3pPr>
            <a:lvl4pPr algn="r">
              <a:buNone/>
              <a:defRPr sz="900" b="1">
                <a:solidFill>
                  <a:srgbClr val="68736C"/>
                </a:solidFill>
              </a:defRPr>
            </a:lvl4pPr>
            <a:lvl5pPr algn="r">
              <a:buNone/>
              <a:defRPr sz="900" b="1">
                <a:solidFill>
                  <a:srgbClr val="68736C"/>
                </a:solidFill>
              </a:defRPr>
            </a:lvl5pPr>
            <a:lvl6pPr algn="r">
              <a:buNone/>
              <a:defRPr sz="900" b="1">
                <a:solidFill>
                  <a:srgbClr val="68736C"/>
                </a:solidFill>
              </a:defRPr>
            </a:lvl6pPr>
            <a:lvl7pPr algn="r">
              <a:buNone/>
              <a:defRPr sz="900" b="1">
                <a:solidFill>
                  <a:srgbClr val="68736C"/>
                </a:solidFill>
              </a:defRPr>
            </a:lvl7pPr>
            <a:lvl8pPr algn="r">
              <a:buNone/>
              <a:defRPr sz="900" b="1">
                <a:solidFill>
                  <a:srgbClr val="68736C"/>
                </a:solidFill>
              </a:defRPr>
            </a:lvl8pPr>
            <a:lvl9pPr algn="r">
              <a:buNone/>
              <a:defRPr sz="900" b="1">
                <a:solidFill>
                  <a:srgbClr val="68736C"/>
                </a:solidFill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68736C"/>
                </a:solidFill>
              </a:defRPr>
            </a:pPr>
            <a:r>
              <a:rPr sz="900" b="1">
                <a:solidFill>
                  <a:srgbClr val="68736C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72B31-F55E-435E-82E9-0402A450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2F6A4B"/>
                </a:solidFill>
              </a:defRPr>
            </a:defPPr>
            <a:lvl1pPr algn="l">
              <a:buNone/>
              <a:defRPr sz="975" b="1">
                <a:solidFill>
                  <a:srgbClr val="2F6A4B"/>
                </a:solidFill>
              </a:defRPr>
            </a:lvl1pPr>
            <a:lvl2pPr algn="l">
              <a:buNone/>
              <a:defRPr sz="975" b="1">
                <a:solidFill>
                  <a:srgbClr val="2F6A4B"/>
                </a:solidFill>
              </a:defRPr>
            </a:lvl2pPr>
            <a:lvl3pPr algn="l">
              <a:buNone/>
              <a:defRPr sz="975" b="1">
                <a:solidFill>
                  <a:srgbClr val="2F6A4B"/>
                </a:solidFill>
              </a:defRPr>
            </a:lvl3pPr>
            <a:lvl4pPr algn="l">
              <a:buNone/>
              <a:defRPr sz="975" b="1">
                <a:solidFill>
                  <a:srgbClr val="2F6A4B"/>
                </a:solidFill>
              </a:defRPr>
            </a:lvl4pPr>
            <a:lvl5pPr algn="l">
              <a:buNone/>
              <a:defRPr sz="975" b="1">
                <a:solidFill>
                  <a:srgbClr val="2F6A4B"/>
                </a:solidFill>
              </a:defRPr>
            </a:lvl5pPr>
            <a:lvl6pPr algn="l">
              <a:buNone/>
              <a:defRPr sz="975" b="1">
                <a:solidFill>
                  <a:srgbClr val="2F6A4B"/>
                </a:solidFill>
              </a:defRPr>
            </a:lvl6pPr>
            <a:lvl7pPr algn="l">
              <a:buNone/>
              <a:defRPr sz="975" b="1">
                <a:solidFill>
                  <a:srgbClr val="2F6A4B"/>
                </a:solidFill>
              </a:defRPr>
            </a:lvl7pPr>
            <a:lvl8pPr algn="l">
              <a:buNone/>
              <a:defRPr sz="975" b="1">
                <a:solidFill>
                  <a:srgbClr val="2F6A4B"/>
                </a:solidFill>
              </a:defRPr>
            </a:lvl8pPr>
            <a:lvl9pPr algn="l">
              <a:buNone/>
              <a:defRPr sz="975" b="1">
                <a:solidFill>
                  <a:srgbClr val="2F6A4B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2F6A4B"/>
                </a:solidFill>
              </a:defRPr>
            </a:pPr>
            <a:r>
              <a:rPr sz="975" b="1">
                <a:solidFill>
                  <a:srgbClr val="2F6A4B"/>
                </a:solidFill>
              </a:rPr>
              <a:t>THE SOLUTION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94FAD-DCBB-4149-9D70-0E755AF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18231D"/>
                </a:solidFill>
              </a:defRPr>
            </a:defPPr>
            <a:lvl1pPr algn="l">
              <a:buNone/>
              <a:defRPr sz="3000" b="1">
                <a:solidFill>
                  <a:srgbClr val="18231D"/>
                </a:solidFill>
              </a:defRPr>
            </a:lvl1pPr>
            <a:lvl2pPr algn="l">
              <a:buNone/>
              <a:defRPr sz="3000" b="1">
                <a:solidFill>
                  <a:srgbClr val="18231D"/>
                </a:solidFill>
              </a:defRPr>
            </a:lvl2pPr>
            <a:lvl3pPr algn="l">
              <a:buNone/>
              <a:defRPr sz="3000" b="1">
                <a:solidFill>
                  <a:srgbClr val="18231D"/>
                </a:solidFill>
              </a:defRPr>
            </a:lvl3pPr>
            <a:lvl4pPr algn="l">
              <a:buNone/>
              <a:defRPr sz="3000" b="1">
                <a:solidFill>
                  <a:srgbClr val="18231D"/>
                </a:solidFill>
              </a:defRPr>
            </a:lvl4pPr>
            <a:lvl5pPr algn="l">
              <a:buNone/>
              <a:defRPr sz="3000" b="1">
                <a:solidFill>
                  <a:srgbClr val="18231D"/>
                </a:solidFill>
              </a:defRPr>
            </a:lvl5pPr>
            <a:lvl6pPr algn="l">
              <a:buNone/>
              <a:defRPr sz="3000" b="1">
                <a:solidFill>
                  <a:srgbClr val="18231D"/>
                </a:solidFill>
              </a:defRPr>
            </a:lvl6pPr>
            <a:lvl7pPr algn="l">
              <a:buNone/>
              <a:defRPr sz="3000" b="1">
                <a:solidFill>
                  <a:srgbClr val="18231D"/>
                </a:solidFill>
              </a:defRPr>
            </a:lvl7pPr>
            <a:lvl8pPr algn="l">
              <a:buNone/>
              <a:defRPr sz="3000" b="1">
                <a:solidFill>
                  <a:srgbClr val="18231D"/>
                </a:solidFill>
              </a:defRPr>
            </a:lvl8pPr>
            <a:lvl9pPr algn="l">
              <a:buNone/>
              <a:defRPr sz="3000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18231D"/>
                </a:solidFill>
              </a:defRPr>
            </a:pPr>
            <a:r>
              <a:rPr sz="3000" b="1">
                <a:solidFill>
                  <a:srgbClr val="18231D"/>
                </a:solidFill>
              </a:rPr>
              <a:t>One registration. Multiple obligations. Settled automatically.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6292D-141D-4ED2-A78E-4B58F713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6700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917CA-7ED9-443D-AE66-F31349A0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95625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FFFDF7"/>
                </a:solidFill>
              </a:defRPr>
            </a:defPPr>
            <a:lvl1pPr algn="ctr">
              <a:buNone/>
              <a:defRPr sz="1725" b="1">
                <a:solidFill>
                  <a:srgbClr val="FFFDF7"/>
                </a:solidFill>
              </a:defRPr>
            </a:lvl1pPr>
            <a:lvl2pPr algn="ctr">
              <a:buNone/>
              <a:defRPr sz="1725" b="1">
                <a:solidFill>
                  <a:srgbClr val="FFFDF7"/>
                </a:solidFill>
              </a:defRPr>
            </a:lvl2pPr>
            <a:lvl3pPr algn="ctr">
              <a:buNone/>
              <a:defRPr sz="1725" b="1">
                <a:solidFill>
                  <a:srgbClr val="FFFDF7"/>
                </a:solidFill>
              </a:defRPr>
            </a:lvl3pPr>
            <a:lvl4pPr algn="ctr">
              <a:buNone/>
              <a:defRPr sz="1725" b="1">
                <a:solidFill>
                  <a:srgbClr val="FFFDF7"/>
                </a:solidFill>
              </a:defRPr>
            </a:lvl4pPr>
            <a:lvl5pPr algn="ctr">
              <a:buNone/>
              <a:defRPr sz="1725" b="1">
                <a:solidFill>
                  <a:srgbClr val="FFFDF7"/>
                </a:solidFill>
              </a:defRPr>
            </a:lvl5pPr>
            <a:lvl6pPr algn="ctr">
              <a:buNone/>
              <a:defRPr sz="1725" b="1">
                <a:solidFill>
                  <a:srgbClr val="FFFDF7"/>
                </a:solidFill>
              </a:defRPr>
            </a:lvl6pPr>
            <a:lvl7pPr algn="ctr">
              <a:buNone/>
              <a:defRPr sz="1725" b="1">
                <a:solidFill>
                  <a:srgbClr val="FFFDF7"/>
                </a:solidFill>
              </a:defRPr>
            </a:lvl7pPr>
            <a:lvl8pPr algn="ctr">
              <a:buNone/>
              <a:defRPr sz="1725" b="1">
                <a:solidFill>
                  <a:srgbClr val="FFFDF7"/>
                </a:solidFill>
              </a:defRPr>
            </a:lvl8pPr>
            <a:lvl9pPr algn="ctr">
              <a:buNone/>
              <a:defRPr sz="172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1725" b="1">
                <a:solidFill>
                  <a:srgbClr val="FFFDF7"/>
                </a:solidFill>
              </a:defRPr>
            </a:pPr>
            <a:r>
              <a:rPr sz="1725" b="1">
                <a:solidFill>
                  <a:srgbClr val="FFFDF7"/>
                </a:solidFill>
              </a:rPr>
              <a:t>BUKIDPAY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10D8E-E246-407D-8DA5-066BBD66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C7ED78"/>
                </a:solidFill>
              </a:defRPr>
            </a:defPPr>
            <a:lvl1pPr algn="ctr">
              <a:buNone/>
              <a:defRPr sz="900" b="1">
                <a:solidFill>
                  <a:srgbClr val="C7ED78"/>
                </a:solidFill>
              </a:defRPr>
            </a:lvl1pPr>
            <a:lvl2pPr algn="ctr">
              <a:buNone/>
              <a:defRPr sz="900" b="1">
                <a:solidFill>
                  <a:srgbClr val="C7ED78"/>
                </a:solidFill>
              </a:defRPr>
            </a:lvl2pPr>
            <a:lvl3pPr algn="ctr">
              <a:buNone/>
              <a:defRPr sz="900" b="1">
                <a:solidFill>
                  <a:srgbClr val="C7ED78"/>
                </a:solidFill>
              </a:defRPr>
            </a:lvl3pPr>
            <a:lvl4pPr algn="ctr">
              <a:buNone/>
              <a:defRPr sz="900" b="1">
                <a:solidFill>
                  <a:srgbClr val="C7ED78"/>
                </a:solidFill>
              </a:defRPr>
            </a:lvl4pPr>
            <a:lvl5pPr algn="ctr">
              <a:buNone/>
              <a:defRPr sz="900" b="1">
                <a:solidFill>
                  <a:srgbClr val="C7ED78"/>
                </a:solidFill>
              </a:defRPr>
            </a:lvl5pPr>
            <a:lvl6pPr algn="ctr">
              <a:buNone/>
              <a:defRPr sz="900" b="1">
                <a:solidFill>
                  <a:srgbClr val="C7ED78"/>
                </a:solidFill>
              </a:defRPr>
            </a:lvl6pPr>
            <a:lvl7pPr algn="ctr">
              <a:buNone/>
              <a:defRPr sz="900" b="1">
                <a:solidFill>
                  <a:srgbClr val="C7ED78"/>
                </a:solidFill>
              </a:defRPr>
            </a:lvl7pPr>
            <a:lvl8pPr algn="ctr">
              <a:buNone/>
              <a:defRPr sz="900" b="1">
                <a:solidFill>
                  <a:srgbClr val="C7ED78"/>
                </a:solidFill>
              </a:defRPr>
            </a:lvl8pPr>
            <a:lvl9pPr algn="ctr">
              <a:buNone/>
              <a:defRPr sz="900" b="1">
                <a:solidFill>
                  <a:srgbClr val="C7ED78"/>
                </a:solidFill>
              </a:defRPr>
            </a:lvl9pPr>
          </a:lstStyle>
          <a:p xmlns:a="http://schemas.openxmlformats.org/drawingml/2006/main">
            <a:pPr algn="ctr">
              <a:buNone/>
              <a:defRPr sz="900" b="1">
                <a:solidFill>
                  <a:srgbClr val="C7ED78"/>
                </a:solidFill>
              </a:defRPr>
            </a:pPr>
            <a:r>
              <a:rPr sz="900" b="1">
                <a:solidFill>
                  <a:srgbClr val="C7ED78"/>
                </a:solidFill>
              </a:rPr>
              <a:t>via PAIFLOW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6F994-C0DD-41F7-8A86-9600E707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14775"/>
            <a:ext cx="152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FFDF7"/>
                </a:solidFill>
              </a:defRPr>
            </a:defPPr>
            <a:lvl1pPr algn="ctr">
              <a:buNone/>
              <a:defRPr sz="1500" b="1">
                <a:solidFill>
                  <a:srgbClr val="FFFDF7"/>
                </a:solidFill>
              </a:defRPr>
            </a:lvl1pPr>
            <a:lvl2pPr algn="ctr">
              <a:buNone/>
              <a:defRPr sz="1500" b="1">
                <a:solidFill>
                  <a:srgbClr val="FFFDF7"/>
                </a:solidFill>
              </a:defRPr>
            </a:lvl2pPr>
            <a:lvl3pPr algn="ctr">
              <a:buNone/>
              <a:defRPr sz="1500" b="1">
                <a:solidFill>
                  <a:srgbClr val="FFFDF7"/>
                </a:solidFill>
              </a:defRPr>
            </a:lvl3pPr>
            <a:lvl4pPr algn="ctr">
              <a:buNone/>
              <a:defRPr sz="1500" b="1">
                <a:solidFill>
                  <a:srgbClr val="FFFDF7"/>
                </a:solidFill>
              </a:defRPr>
            </a:lvl4pPr>
            <a:lvl5pPr algn="ctr">
              <a:buNone/>
              <a:defRPr sz="1500" b="1">
                <a:solidFill>
                  <a:srgbClr val="FFFDF7"/>
                </a:solidFill>
              </a:defRPr>
            </a:lvl5pPr>
            <a:lvl6pPr algn="ctr">
              <a:buNone/>
              <a:defRPr sz="1500" b="1">
                <a:solidFill>
                  <a:srgbClr val="FFFDF7"/>
                </a:solidFill>
              </a:defRPr>
            </a:lvl6pPr>
            <a:lvl7pPr algn="ctr">
              <a:buNone/>
              <a:defRPr sz="1500" b="1">
                <a:solidFill>
                  <a:srgbClr val="FFFDF7"/>
                </a:solidFill>
              </a:defRPr>
            </a:lvl7pPr>
            <a:lvl8pPr algn="ctr">
              <a:buNone/>
              <a:defRPr sz="1500" b="1">
                <a:solidFill>
                  <a:srgbClr val="FFFDF7"/>
                </a:solidFill>
              </a:defRPr>
            </a:lvl8pPr>
            <a:lvl9pPr algn="ctr">
              <a:buNone/>
              <a:defRPr sz="150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1500" b="1">
                <a:solidFill>
                  <a:srgbClr val="FFFDF7"/>
                </a:solidFill>
              </a:defRPr>
            </a:pPr>
            <a:r>
              <a:rPr sz="1500" b="1">
                <a:solidFill>
                  <a:srgbClr val="FFFDF7"/>
                </a:solidFill>
              </a:rPr>
              <a:t>10 XLM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D50B29-1EAC-4B4C-8FF3-70BED93D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20955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4F1E8"/>
          </a:solidFill>
          <a:ln xmlns:a="http://schemas.openxmlformats.org/drawingml/2006/main" w="9525">
            <a:solidFill>
              <a:srgbClr val="D9DB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2D585-E107-4AE6-8E9C-2DDC0DAB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00" b="1">
                <a:solidFill>
                  <a:srgbClr val="2F6A4B"/>
                </a:solidFill>
              </a:defRPr>
            </a:defPPr>
            <a:lvl1pPr algn="ctr">
              <a:buNone/>
              <a:defRPr sz="900" b="1">
                <a:solidFill>
                  <a:srgbClr val="2F6A4B"/>
                </a:solidFill>
              </a:defRPr>
            </a:lvl1pPr>
            <a:lvl2pPr algn="ctr">
              <a:buNone/>
              <a:defRPr sz="900" b="1">
                <a:solidFill>
                  <a:srgbClr val="2F6A4B"/>
                </a:solidFill>
              </a:defRPr>
            </a:lvl2pPr>
            <a:lvl3pPr algn="ctr">
              <a:buNone/>
              <a:defRPr sz="900" b="1">
                <a:solidFill>
                  <a:srgbClr val="2F6A4B"/>
                </a:solidFill>
              </a:defRPr>
            </a:lvl3pPr>
            <a:lvl4pPr algn="ctr">
              <a:buNone/>
              <a:defRPr sz="900" b="1">
                <a:solidFill>
                  <a:srgbClr val="2F6A4B"/>
                </a:solidFill>
              </a:defRPr>
            </a:lvl4pPr>
            <a:lvl5pPr algn="ctr">
              <a:buNone/>
              <a:defRPr sz="900" b="1">
                <a:solidFill>
                  <a:srgbClr val="2F6A4B"/>
                </a:solidFill>
              </a:defRPr>
            </a:lvl5pPr>
            <a:lvl6pPr algn="ctr">
              <a:buNone/>
              <a:defRPr sz="900" b="1">
                <a:solidFill>
                  <a:srgbClr val="2F6A4B"/>
                </a:solidFill>
              </a:defRPr>
            </a:lvl6pPr>
            <a:lvl7pPr algn="ctr">
              <a:buNone/>
              <a:defRPr sz="900" b="1">
                <a:solidFill>
                  <a:srgbClr val="2F6A4B"/>
                </a:solidFill>
              </a:defRPr>
            </a:lvl7pPr>
            <a:lvl8pPr algn="ctr">
              <a:buNone/>
              <a:defRPr sz="900" b="1">
                <a:solidFill>
                  <a:srgbClr val="2F6A4B"/>
                </a:solidFill>
              </a:defRPr>
            </a:lvl8pPr>
            <a:lvl9pPr algn="ctr">
              <a:buNone/>
              <a:defRPr sz="900" b="1">
                <a:solidFill>
                  <a:srgbClr val="2F6A4B"/>
                </a:solidFill>
              </a:defRPr>
            </a:lvl9pPr>
          </a:lstStyle>
          <a:p xmlns:a="http://schemas.openxmlformats.org/drawingml/2006/main">
            <a:pPr algn="ctr">
              <a:buNone/>
              <a:defRPr sz="900" b="1">
                <a:solidFill>
                  <a:srgbClr val="2F6A4B"/>
                </a:solidFill>
              </a:defRPr>
            </a:pPr>
            <a:r>
              <a:rPr sz="900" b="1">
                <a:solidFill>
                  <a:srgbClr val="2F6A4B"/>
                </a:solidFill>
              </a:rPr>
              <a:t>PARTICIPANT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C9F82-3CF8-475A-A5CF-87C1B85F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718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 b="1">
                <a:solidFill>
                  <a:srgbClr val="18231D"/>
                </a:solidFill>
              </a:defRPr>
            </a:defPPr>
            <a:lvl1pPr algn="ctr">
              <a:buNone/>
              <a:defRPr sz="1875" b="1">
                <a:solidFill>
                  <a:srgbClr val="18231D"/>
                </a:solidFill>
              </a:defRPr>
            </a:lvl1pPr>
            <a:lvl2pPr algn="ctr">
              <a:buNone/>
              <a:defRPr sz="1875" b="1">
                <a:solidFill>
                  <a:srgbClr val="18231D"/>
                </a:solidFill>
              </a:defRPr>
            </a:lvl2pPr>
            <a:lvl3pPr algn="ctr">
              <a:buNone/>
              <a:defRPr sz="1875" b="1">
                <a:solidFill>
                  <a:srgbClr val="18231D"/>
                </a:solidFill>
              </a:defRPr>
            </a:lvl3pPr>
            <a:lvl4pPr algn="ctr">
              <a:buNone/>
              <a:defRPr sz="1875" b="1">
                <a:solidFill>
                  <a:srgbClr val="18231D"/>
                </a:solidFill>
              </a:defRPr>
            </a:lvl4pPr>
            <a:lvl5pPr algn="ctr">
              <a:buNone/>
              <a:defRPr sz="1875" b="1">
                <a:solidFill>
                  <a:srgbClr val="18231D"/>
                </a:solidFill>
              </a:defRPr>
            </a:lvl5pPr>
            <a:lvl6pPr algn="ctr">
              <a:buNone/>
              <a:defRPr sz="1875" b="1">
                <a:solidFill>
                  <a:srgbClr val="18231D"/>
                </a:solidFill>
              </a:defRPr>
            </a:lvl6pPr>
            <a:lvl7pPr algn="ctr">
              <a:buNone/>
              <a:defRPr sz="1875" b="1">
                <a:solidFill>
                  <a:srgbClr val="18231D"/>
                </a:solidFill>
              </a:defRPr>
            </a:lvl7pPr>
            <a:lvl8pPr algn="ctr">
              <a:buNone/>
              <a:defRPr sz="1875" b="1">
                <a:solidFill>
                  <a:srgbClr val="18231D"/>
                </a:solidFill>
              </a:defRPr>
            </a:lvl8pPr>
            <a:lvl9pPr algn="ctr">
              <a:buNone/>
              <a:defRPr sz="18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ctr">
              <a:buNone/>
              <a:defRPr sz="1875" b="1">
                <a:solidFill>
                  <a:srgbClr val="18231D"/>
                </a:solidFill>
              </a:defRPr>
            </a:pPr>
            <a:r>
              <a:rPr sz="1875" b="1">
                <a:solidFill>
                  <a:srgbClr val="18231D"/>
                </a:solidFill>
              </a:rPr>
              <a:t>Pays once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338D76-7136-4C73-A57A-3AE3B9E9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65760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6A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8CF98-B7EF-4924-A313-37BD2CE6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695575"/>
            <a:ext cx="1323975" cy="962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A4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56A7AD-8E5A-4D8B-9D19-3C8A5AFA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28875"/>
            <a:ext cx="1285875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EBF960-4974-4DF8-89E3-3A6EDCC8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1460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8231D"/>
                </a:solidFill>
              </a:defRPr>
            </a:defPPr>
            <a:lvl1pPr algn="ctr">
              <a:buNone/>
              <a:defRPr sz="975" b="1">
                <a:solidFill>
                  <a:srgbClr val="18231D"/>
                </a:solidFill>
              </a:defRPr>
            </a:lvl1pPr>
            <a:lvl2pPr algn="ctr">
              <a:buNone/>
              <a:defRPr sz="975" b="1">
                <a:solidFill>
                  <a:srgbClr val="18231D"/>
                </a:solidFill>
              </a:defRPr>
            </a:lvl2pPr>
            <a:lvl3pPr algn="ctr">
              <a:buNone/>
              <a:defRPr sz="975" b="1">
                <a:solidFill>
                  <a:srgbClr val="18231D"/>
                </a:solidFill>
              </a:defRPr>
            </a:lvl3pPr>
            <a:lvl4pPr algn="ctr">
              <a:buNone/>
              <a:defRPr sz="975" b="1">
                <a:solidFill>
                  <a:srgbClr val="18231D"/>
                </a:solidFill>
              </a:defRPr>
            </a:lvl4pPr>
            <a:lvl5pPr algn="ctr">
              <a:buNone/>
              <a:defRPr sz="975" b="1">
                <a:solidFill>
                  <a:srgbClr val="18231D"/>
                </a:solidFill>
              </a:defRPr>
            </a:lvl5pPr>
            <a:lvl6pPr algn="ctr">
              <a:buNone/>
              <a:defRPr sz="975" b="1">
                <a:solidFill>
                  <a:srgbClr val="18231D"/>
                </a:solidFill>
              </a:defRPr>
            </a:lvl6pPr>
            <a:lvl7pPr algn="ctr">
              <a:buNone/>
              <a:defRPr sz="975" b="1">
                <a:solidFill>
                  <a:srgbClr val="18231D"/>
                </a:solidFill>
              </a:defRPr>
            </a:lvl7pPr>
            <a:lvl8pPr algn="ctr">
              <a:buNone/>
              <a:defRPr sz="975" b="1">
                <a:solidFill>
                  <a:srgbClr val="18231D"/>
                </a:solidFill>
              </a:defRPr>
            </a:lvl8pPr>
            <a:lvl9pPr algn="ctr">
              <a:buNone/>
              <a:defRPr sz="9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8231D"/>
                </a:solidFill>
              </a:defRPr>
            </a:pPr>
            <a:r>
              <a:rPr sz="975" b="1">
                <a:solidFill>
                  <a:srgbClr val="18231D"/>
                </a:solidFill>
              </a:rPr>
              <a:t>Guides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56F01F-23D5-4EA9-8F05-C8C6FC3B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173D2C"/>
                </a:solidFill>
              </a:defRPr>
            </a:defPPr>
            <a:lvl1pPr algn="ctr">
              <a:buNone/>
              <a:defRPr sz="1275" b="1">
                <a:solidFill>
                  <a:srgbClr val="173D2C"/>
                </a:solidFill>
              </a:defRPr>
            </a:lvl1pPr>
            <a:lvl2pPr algn="ctr">
              <a:buNone/>
              <a:defRPr sz="1275" b="1">
                <a:solidFill>
                  <a:srgbClr val="173D2C"/>
                </a:solidFill>
              </a:defRPr>
            </a:lvl2pPr>
            <a:lvl3pPr algn="ctr">
              <a:buNone/>
              <a:defRPr sz="1275" b="1">
                <a:solidFill>
                  <a:srgbClr val="173D2C"/>
                </a:solidFill>
              </a:defRPr>
            </a:lvl3pPr>
            <a:lvl4pPr algn="ctr">
              <a:buNone/>
              <a:defRPr sz="1275" b="1">
                <a:solidFill>
                  <a:srgbClr val="173D2C"/>
                </a:solidFill>
              </a:defRPr>
            </a:lvl4pPr>
            <a:lvl5pPr algn="ctr">
              <a:buNone/>
              <a:defRPr sz="1275" b="1">
                <a:solidFill>
                  <a:srgbClr val="173D2C"/>
                </a:solidFill>
              </a:defRPr>
            </a:lvl5pPr>
            <a:lvl6pPr algn="ctr">
              <a:buNone/>
              <a:defRPr sz="1275" b="1">
                <a:solidFill>
                  <a:srgbClr val="173D2C"/>
                </a:solidFill>
              </a:defRPr>
            </a:lvl6pPr>
            <a:lvl7pPr algn="ctr">
              <a:buNone/>
              <a:defRPr sz="1275" b="1">
                <a:solidFill>
                  <a:srgbClr val="173D2C"/>
                </a:solidFill>
              </a:defRPr>
            </a:lvl7pPr>
            <a:lvl8pPr algn="ctr">
              <a:buNone/>
              <a:defRPr sz="1275" b="1">
                <a:solidFill>
                  <a:srgbClr val="173D2C"/>
                </a:solidFill>
              </a:defRPr>
            </a:lvl8pPr>
            <a:lvl9pPr algn="ctr">
              <a:buNone/>
              <a:defRPr sz="12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73D2C"/>
                </a:solidFill>
              </a:defRPr>
            </a:pPr>
            <a:r>
              <a:rPr sz="1275" b="1">
                <a:solidFill>
                  <a:srgbClr val="173D2C"/>
                </a:solidFill>
              </a:rPr>
              <a:t>20%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B07252-6AD0-4649-BB41-1FF96A46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657600"/>
            <a:ext cx="2371725" cy="38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A4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20491F-F20E-4202-802F-39985FD2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429000"/>
            <a:ext cx="1285875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B94E"/>
          </a:solidFill>
          <a:ln xmlns:a="http://schemas.openxmlformats.org/drawingml/2006/main" w="9525">
            <a:solidFill>
              <a:srgbClr val="E4B94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A55A14-904E-4EC1-847C-E69A18EA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514725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8231D"/>
                </a:solidFill>
              </a:defRPr>
            </a:defPPr>
            <a:lvl1pPr algn="ctr">
              <a:buNone/>
              <a:defRPr sz="975" b="1">
                <a:solidFill>
                  <a:srgbClr val="18231D"/>
                </a:solidFill>
              </a:defRPr>
            </a:lvl1pPr>
            <a:lvl2pPr algn="ctr">
              <a:buNone/>
              <a:defRPr sz="975" b="1">
                <a:solidFill>
                  <a:srgbClr val="18231D"/>
                </a:solidFill>
              </a:defRPr>
            </a:lvl2pPr>
            <a:lvl3pPr algn="ctr">
              <a:buNone/>
              <a:defRPr sz="975" b="1">
                <a:solidFill>
                  <a:srgbClr val="18231D"/>
                </a:solidFill>
              </a:defRPr>
            </a:lvl3pPr>
            <a:lvl4pPr algn="ctr">
              <a:buNone/>
              <a:defRPr sz="975" b="1">
                <a:solidFill>
                  <a:srgbClr val="18231D"/>
                </a:solidFill>
              </a:defRPr>
            </a:lvl4pPr>
            <a:lvl5pPr algn="ctr">
              <a:buNone/>
              <a:defRPr sz="975" b="1">
                <a:solidFill>
                  <a:srgbClr val="18231D"/>
                </a:solidFill>
              </a:defRPr>
            </a:lvl5pPr>
            <a:lvl6pPr algn="ctr">
              <a:buNone/>
              <a:defRPr sz="975" b="1">
                <a:solidFill>
                  <a:srgbClr val="18231D"/>
                </a:solidFill>
              </a:defRPr>
            </a:lvl6pPr>
            <a:lvl7pPr algn="ctr">
              <a:buNone/>
              <a:defRPr sz="975" b="1">
                <a:solidFill>
                  <a:srgbClr val="18231D"/>
                </a:solidFill>
              </a:defRPr>
            </a:lvl7pPr>
            <a:lvl8pPr algn="ctr">
              <a:buNone/>
              <a:defRPr sz="975" b="1">
                <a:solidFill>
                  <a:srgbClr val="18231D"/>
                </a:solidFill>
              </a:defRPr>
            </a:lvl8pPr>
            <a:lvl9pPr algn="ctr">
              <a:buNone/>
              <a:defRPr sz="9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8231D"/>
                </a:solidFill>
              </a:defRPr>
            </a:pPr>
            <a:r>
              <a:rPr sz="975" b="1">
                <a:solidFill>
                  <a:srgbClr val="18231D"/>
                </a:solidFill>
              </a:rPr>
              <a:t>Local fees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265390-9714-4C10-A213-76127E1F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62375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173D2C"/>
                </a:solidFill>
              </a:defRPr>
            </a:defPPr>
            <a:lvl1pPr algn="ctr">
              <a:buNone/>
              <a:defRPr sz="1275" b="1">
                <a:solidFill>
                  <a:srgbClr val="173D2C"/>
                </a:solidFill>
              </a:defRPr>
            </a:lvl1pPr>
            <a:lvl2pPr algn="ctr">
              <a:buNone/>
              <a:defRPr sz="1275" b="1">
                <a:solidFill>
                  <a:srgbClr val="173D2C"/>
                </a:solidFill>
              </a:defRPr>
            </a:lvl2pPr>
            <a:lvl3pPr algn="ctr">
              <a:buNone/>
              <a:defRPr sz="1275" b="1">
                <a:solidFill>
                  <a:srgbClr val="173D2C"/>
                </a:solidFill>
              </a:defRPr>
            </a:lvl3pPr>
            <a:lvl4pPr algn="ctr">
              <a:buNone/>
              <a:defRPr sz="1275" b="1">
                <a:solidFill>
                  <a:srgbClr val="173D2C"/>
                </a:solidFill>
              </a:defRPr>
            </a:lvl4pPr>
            <a:lvl5pPr algn="ctr">
              <a:buNone/>
              <a:defRPr sz="1275" b="1">
                <a:solidFill>
                  <a:srgbClr val="173D2C"/>
                </a:solidFill>
              </a:defRPr>
            </a:lvl5pPr>
            <a:lvl6pPr algn="ctr">
              <a:buNone/>
              <a:defRPr sz="1275" b="1">
                <a:solidFill>
                  <a:srgbClr val="173D2C"/>
                </a:solidFill>
              </a:defRPr>
            </a:lvl6pPr>
            <a:lvl7pPr algn="ctr">
              <a:buNone/>
              <a:defRPr sz="1275" b="1">
                <a:solidFill>
                  <a:srgbClr val="173D2C"/>
                </a:solidFill>
              </a:defRPr>
            </a:lvl7pPr>
            <a:lvl8pPr algn="ctr">
              <a:buNone/>
              <a:defRPr sz="1275" b="1">
                <a:solidFill>
                  <a:srgbClr val="173D2C"/>
                </a:solidFill>
              </a:defRPr>
            </a:lvl8pPr>
            <a:lvl9pPr algn="ctr">
              <a:buNone/>
              <a:defRPr sz="12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73D2C"/>
                </a:solidFill>
              </a:defRPr>
            </a:pPr>
            <a:r>
              <a:rPr sz="1275" b="1">
                <a:solidFill>
                  <a:srgbClr val="173D2C"/>
                </a:solidFill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F341CC-5C5A-4908-8D8F-636450AE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657600"/>
            <a:ext cx="1323975" cy="10382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A4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1DF727-7348-4FE6-8439-B41F672A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29125"/>
            <a:ext cx="1285875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BA7A0"/>
          </a:solidFill>
          <a:ln xmlns:a="http://schemas.openxmlformats.org/drawingml/2006/main" w="9525">
            <a:solidFill>
              <a:srgbClr val="7BA7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FB0040-D467-4CE8-9628-5567FD81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1485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8231D"/>
                </a:solidFill>
              </a:defRPr>
            </a:defPPr>
            <a:lvl1pPr algn="ctr">
              <a:buNone/>
              <a:defRPr sz="975" b="1">
                <a:solidFill>
                  <a:srgbClr val="18231D"/>
                </a:solidFill>
              </a:defRPr>
            </a:lvl1pPr>
            <a:lvl2pPr algn="ctr">
              <a:buNone/>
              <a:defRPr sz="975" b="1">
                <a:solidFill>
                  <a:srgbClr val="18231D"/>
                </a:solidFill>
              </a:defRPr>
            </a:lvl2pPr>
            <a:lvl3pPr algn="ctr">
              <a:buNone/>
              <a:defRPr sz="975" b="1">
                <a:solidFill>
                  <a:srgbClr val="18231D"/>
                </a:solidFill>
              </a:defRPr>
            </a:lvl3pPr>
            <a:lvl4pPr algn="ctr">
              <a:buNone/>
              <a:defRPr sz="975" b="1">
                <a:solidFill>
                  <a:srgbClr val="18231D"/>
                </a:solidFill>
              </a:defRPr>
            </a:lvl4pPr>
            <a:lvl5pPr algn="ctr">
              <a:buNone/>
              <a:defRPr sz="975" b="1">
                <a:solidFill>
                  <a:srgbClr val="18231D"/>
                </a:solidFill>
              </a:defRPr>
            </a:lvl5pPr>
            <a:lvl6pPr algn="ctr">
              <a:buNone/>
              <a:defRPr sz="975" b="1">
                <a:solidFill>
                  <a:srgbClr val="18231D"/>
                </a:solidFill>
              </a:defRPr>
            </a:lvl6pPr>
            <a:lvl7pPr algn="ctr">
              <a:buNone/>
              <a:defRPr sz="975" b="1">
                <a:solidFill>
                  <a:srgbClr val="18231D"/>
                </a:solidFill>
              </a:defRPr>
            </a:lvl7pPr>
            <a:lvl8pPr algn="ctr">
              <a:buNone/>
              <a:defRPr sz="975" b="1">
                <a:solidFill>
                  <a:srgbClr val="18231D"/>
                </a:solidFill>
              </a:defRPr>
            </a:lvl8pPr>
            <a:lvl9pPr algn="ctr">
              <a:buNone/>
              <a:defRPr sz="9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8231D"/>
                </a:solidFill>
              </a:defRPr>
            </a:pPr>
            <a:r>
              <a:rPr sz="975" b="1">
                <a:solidFill>
                  <a:srgbClr val="18231D"/>
                </a:solidFill>
              </a:rPr>
              <a:t>Meals + logistics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E05D20-8612-41DC-B583-E41897B8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6250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173D2C"/>
                </a:solidFill>
              </a:defRPr>
            </a:defPPr>
            <a:lvl1pPr algn="ctr">
              <a:buNone/>
              <a:defRPr sz="1275" b="1">
                <a:solidFill>
                  <a:srgbClr val="173D2C"/>
                </a:solidFill>
              </a:defRPr>
            </a:lvl1pPr>
            <a:lvl2pPr algn="ctr">
              <a:buNone/>
              <a:defRPr sz="1275" b="1">
                <a:solidFill>
                  <a:srgbClr val="173D2C"/>
                </a:solidFill>
              </a:defRPr>
            </a:lvl2pPr>
            <a:lvl3pPr algn="ctr">
              <a:buNone/>
              <a:defRPr sz="1275" b="1">
                <a:solidFill>
                  <a:srgbClr val="173D2C"/>
                </a:solidFill>
              </a:defRPr>
            </a:lvl3pPr>
            <a:lvl4pPr algn="ctr">
              <a:buNone/>
              <a:defRPr sz="1275" b="1">
                <a:solidFill>
                  <a:srgbClr val="173D2C"/>
                </a:solidFill>
              </a:defRPr>
            </a:lvl4pPr>
            <a:lvl5pPr algn="ctr">
              <a:buNone/>
              <a:defRPr sz="1275" b="1">
                <a:solidFill>
                  <a:srgbClr val="173D2C"/>
                </a:solidFill>
              </a:defRPr>
            </a:lvl5pPr>
            <a:lvl6pPr algn="ctr">
              <a:buNone/>
              <a:defRPr sz="1275" b="1">
                <a:solidFill>
                  <a:srgbClr val="173D2C"/>
                </a:solidFill>
              </a:defRPr>
            </a:lvl6pPr>
            <a:lvl7pPr algn="ctr">
              <a:buNone/>
              <a:defRPr sz="1275" b="1">
                <a:solidFill>
                  <a:srgbClr val="173D2C"/>
                </a:solidFill>
              </a:defRPr>
            </a:lvl7pPr>
            <a:lvl8pPr algn="ctr">
              <a:buNone/>
              <a:defRPr sz="1275" b="1">
                <a:solidFill>
                  <a:srgbClr val="173D2C"/>
                </a:solidFill>
              </a:defRPr>
            </a:lvl8pPr>
            <a:lvl9pPr algn="ctr">
              <a:buNone/>
              <a:defRPr sz="12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73D2C"/>
                </a:solidFill>
              </a:defRPr>
            </a:pPr>
            <a:r>
              <a:rPr sz="1275" b="1">
                <a:solidFill>
                  <a:srgbClr val="173D2C"/>
                </a:solidFill>
              </a:rPr>
              <a:t>30%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287CC2-D24C-460E-8D0C-408FA5BD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57600"/>
            <a:ext cx="295275" cy="1895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F6A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BC8C76-92A7-461B-9BB0-96B1E2D9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86375"/>
            <a:ext cx="1285875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B093"/>
          </a:solidFill>
          <a:ln xmlns:a="http://schemas.openxmlformats.org/drawingml/2006/main" w="9525">
            <a:solidFill>
              <a:srgbClr val="E9B09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FE80C0-7A38-4DFD-A5A9-180BC6C4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37210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8231D"/>
                </a:solidFill>
              </a:defRPr>
            </a:defPPr>
            <a:lvl1pPr algn="ctr">
              <a:buNone/>
              <a:defRPr sz="975" b="1">
                <a:solidFill>
                  <a:srgbClr val="18231D"/>
                </a:solidFill>
              </a:defRPr>
            </a:lvl1pPr>
            <a:lvl2pPr algn="ctr">
              <a:buNone/>
              <a:defRPr sz="975" b="1">
                <a:solidFill>
                  <a:srgbClr val="18231D"/>
                </a:solidFill>
              </a:defRPr>
            </a:lvl2pPr>
            <a:lvl3pPr algn="ctr">
              <a:buNone/>
              <a:defRPr sz="975" b="1">
                <a:solidFill>
                  <a:srgbClr val="18231D"/>
                </a:solidFill>
              </a:defRPr>
            </a:lvl3pPr>
            <a:lvl4pPr algn="ctr">
              <a:buNone/>
              <a:defRPr sz="975" b="1">
                <a:solidFill>
                  <a:srgbClr val="18231D"/>
                </a:solidFill>
              </a:defRPr>
            </a:lvl4pPr>
            <a:lvl5pPr algn="ctr">
              <a:buNone/>
              <a:defRPr sz="975" b="1">
                <a:solidFill>
                  <a:srgbClr val="18231D"/>
                </a:solidFill>
              </a:defRPr>
            </a:lvl5pPr>
            <a:lvl6pPr algn="ctr">
              <a:buNone/>
              <a:defRPr sz="975" b="1">
                <a:solidFill>
                  <a:srgbClr val="18231D"/>
                </a:solidFill>
              </a:defRPr>
            </a:lvl6pPr>
            <a:lvl7pPr algn="ctr">
              <a:buNone/>
              <a:defRPr sz="975" b="1">
                <a:solidFill>
                  <a:srgbClr val="18231D"/>
                </a:solidFill>
              </a:defRPr>
            </a:lvl7pPr>
            <a:lvl8pPr algn="ctr">
              <a:buNone/>
              <a:defRPr sz="975" b="1">
                <a:solidFill>
                  <a:srgbClr val="18231D"/>
                </a:solidFill>
              </a:defRPr>
            </a:lvl8pPr>
            <a:lvl9pPr algn="ctr">
              <a:buNone/>
              <a:defRPr sz="975" b="1">
                <a:solidFill>
                  <a:srgbClr val="18231D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8231D"/>
                </a:solidFill>
              </a:defRPr>
            </a:pPr>
            <a:r>
              <a:rPr sz="975" b="1">
                <a:solidFill>
                  <a:srgbClr val="18231D"/>
                </a:solidFill>
              </a:rPr>
              <a:t>Event operations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CF7304-548E-4DB8-A413-0BEA1ADA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619750"/>
            <a:ext cx="11334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173D2C"/>
                </a:solidFill>
              </a:defRPr>
            </a:defPPr>
            <a:lvl1pPr algn="ctr">
              <a:buNone/>
              <a:defRPr sz="1275" b="1">
                <a:solidFill>
                  <a:srgbClr val="173D2C"/>
                </a:solidFill>
              </a:defRPr>
            </a:lvl1pPr>
            <a:lvl2pPr algn="ctr">
              <a:buNone/>
              <a:defRPr sz="1275" b="1">
                <a:solidFill>
                  <a:srgbClr val="173D2C"/>
                </a:solidFill>
              </a:defRPr>
            </a:lvl2pPr>
            <a:lvl3pPr algn="ctr">
              <a:buNone/>
              <a:defRPr sz="1275" b="1">
                <a:solidFill>
                  <a:srgbClr val="173D2C"/>
                </a:solidFill>
              </a:defRPr>
            </a:lvl3pPr>
            <a:lvl4pPr algn="ctr">
              <a:buNone/>
              <a:defRPr sz="1275" b="1">
                <a:solidFill>
                  <a:srgbClr val="173D2C"/>
                </a:solidFill>
              </a:defRPr>
            </a:lvl4pPr>
            <a:lvl5pPr algn="ctr">
              <a:buNone/>
              <a:defRPr sz="1275" b="1">
                <a:solidFill>
                  <a:srgbClr val="173D2C"/>
                </a:solidFill>
              </a:defRPr>
            </a:lvl5pPr>
            <a:lvl6pPr algn="ctr">
              <a:buNone/>
              <a:defRPr sz="1275" b="1">
                <a:solidFill>
                  <a:srgbClr val="173D2C"/>
                </a:solidFill>
              </a:defRPr>
            </a:lvl6pPr>
            <a:lvl7pPr algn="ctr">
              <a:buNone/>
              <a:defRPr sz="1275" b="1">
                <a:solidFill>
                  <a:srgbClr val="173D2C"/>
                </a:solidFill>
              </a:defRPr>
            </a:lvl7pPr>
            <a:lvl8pPr algn="ctr">
              <a:buNone/>
              <a:defRPr sz="1275" b="1">
                <a:solidFill>
                  <a:srgbClr val="173D2C"/>
                </a:solidFill>
              </a:defRPr>
            </a:lvl8pPr>
            <a:lvl9pPr algn="ctr">
              <a:buNone/>
              <a:defRPr sz="12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173D2C"/>
                </a:solidFill>
              </a:defRPr>
            </a:pPr>
            <a:r>
              <a:rPr sz="1275" b="1">
                <a:solidFill>
                  <a:srgbClr val="173D2C"/>
                </a:solidFill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A5AE8C-5F8F-46F3-960B-ACBAFDBD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095875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73D2C"/>
          </a:solidFill>
          <a:ln xmlns:a="http://schemas.openxmlformats.org/drawingml/2006/main" w="9525">
            <a:solidFill>
              <a:srgbClr val="173D2C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EB3A3F-2F60-4313-8F15-C347C6C7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581650"/>
            <a:ext cx="4619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275" b="1">
                <a:solidFill>
                  <a:srgbClr val="FFFDF7"/>
                </a:solidFill>
              </a:defRPr>
            </a:defPPr>
            <a:lvl1pPr algn="ctr">
              <a:buNone/>
              <a:defRPr sz="1275" b="1">
                <a:solidFill>
                  <a:srgbClr val="FFFDF7"/>
                </a:solidFill>
              </a:defRPr>
            </a:lvl1pPr>
            <a:lvl2pPr algn="ctr">
              <a:buNone/>
              <a:defRPr sz="1275" b="1">
                <a:solidFill>
                  <a:srgbClr val="FFFDF7"/>
                </a:solidFill>
              </a:defRPr>
            </a:lvl2pPr>
            <a:lvl3pPr algn="ctr">
              <a:buNone/>
              <a:defRPr sz="1275" b="1">
                <a:solidFill>
                  <a:srgbClr val="FFFDF7"/>
                </a:solidFill>
              </a:defRPr>
            </a:lvl3pPr>
            <a:lvl4pPr algn="ctr">
              <a:buNone/>
              <a:defRPr sz="1275" b="1">
                <a:solidFill>
                  <a:srgbClr val="FFFDF7"/>
                </a:solidFill>
              </a:defRPr>
            </a:lvl4pPr>
            <a:lvl5pPr algn="ctr">
              <a:buNone/>
              <a:defRPr sz="1275" b="1">
                <a:solidFill>
                  <a:srgbClr val="FFFDF7"/>
                </a:solidFill>
              </a:defRPr>
            </a:lvl5pPr>
            <a:lvl6pPr algn="ctr">
              <a:buNone/>
              <a:defRPr sz="1275" b="1">
                <a:solidFill>
                  <a:srgbClr val="FFFDF7"/>
                </a:solidFill>
              </a:defRPr>
            </a:lvl6pPr>
            <a:lvl7pPr algn="ctr">
              <a:buNone/>
              <a:defRPr sz="1275" b="1">
                <a:solidFill>
                  <a:srgbClr val="FFFDF7"/>
                </a:solidFill>
              </a:defRPr>
            </a:lvl7pPr>
            <a:lvl8pPr algn="ctr">
              <a:buNone/>
              <a:defRPr sz="1275" b="1">
                <a:solidFill>
                  <a:srgbClr val="FFFDF7"/>
                </a:solidFill>
              </a:defRPr>
            </a:lvl8pPr>
            <a:lvl9pPr algn="ctr">
              <a:buNone/>
              <a:defRPr sz="127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ctr">
              <a:buNone/>
              <a:defRPr sz="1275" b="1">
                <a:solidFill>
                  <a:srgbClr val="FFFDF7"/>
                </a:solidFill>
              </a:defRPr>
            </a:pPr>
            <a:r>
              <a:rPr sz="1275" b="1">
                <a:solidFill>
                  <a:srgbClr val="FFFDF7"/>
                </a:solidFill>
              </a:rPr>
              <a:t>Registration confirms after the complete settlement is verified</a:t>
            </a:r>
          </a:p>
        </p:txBody>
      </p:sp>
    </p:spTree>
    <p:extLst>
      <p:ext uri="{BB962C8B-B14F-4D97-AF65-F5344CB8AC3E}">
        <p14:creationId xmlns:p14="http://schemas.microsoft.com/office/powerpoint/2010/main" val="6448015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3D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606DB5-6E2B-40DA-9288-E942E7DA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34FEA0-E831-408E-A201-8591B880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"/>
            <a:ext cx="15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050" b="1">
                <a:solidFill>
                  <a:srgbClr val="173D2C"/>
                </a:solidFill>
              </a:defRPr>
            </a:defPPr>
            <a:lvl1pPr algn="ctr">
              <a:buNone/>
              <a:defRPr sz="1050" b="1">
                <a:solidFill>
                  <a:srgbClr val="173D2C"/>
                </a:solidFill>
              </a:defRPr>
            </a:lvl1pPr>
            <a:lvl2pPr algn="ctr">
              <a:buNone/>
              <a:defRPr sz="1050" b="1">
                <a:solidFill>
                  <a:srgbClr val="173D2C"/>
                </a:solidFill>
              </a:defRPr>
            </a:lvl2pPr>
            <a:lvl3pPr algn="ctr">
              <a:buNone/>
              <a:defRPr sz="1050" b="1">
                <a:solidFill>
                  <a:srgbClr val="173D2C"/>
                </a:solidFill>
              </a:defRPr>
            </a:lvl3pPr>
            <a:lvl4pPr algn="ctr">
              <a:buNone/>
              <a:defRPr sz="1050" b="1">
                <a:solidFill>
                  <a:srgbClr val="173D2C"/>
                </a:solidFill>
              </a:defRPr>
            </a:lvl4pPr>
            <a:lvl5pPr algn="ctr">
              <a:buNone/>
              <a:defRPr sz="1050" b="1">
                <a:solidFill>
                  <a:srgbClr val="173D2C"/>
                </a:solidFill>
              </a:defRPr>
            </a:lvl5pPr>
            <a:lvl6pPr algn="ctr">
              <a:buNone/>
              <a:defRPr sz="1050" b="1">
                <a:solidFill>
                  <a:srgbClr val="173D2C"/>
                </a:solidFill>
              </a:defRPr>
            </a:lvl6pPr>
            <a:lvl7pPr algn="ctr">
              <a:buNone/>
              <a:defRPr sz="1050" b="1">
                <a:solidFill>
                  <a:srgbClr val="173D2C"/>
                </a:solidFill>
              </a:defRPr>
            </a:lvl7pPr>
            <a:lvl8pPr algn="ctr">
              <a:buNone/>
              <a:defRPr sz="1050" b="1">
                <a:solidFill>
                  <a:srgbClr val="173D2C"/>
                </a:solidFill>
              </a:defRPr>
            </a:lvl8pPr>
            <a:lvl9pPr algn="ctr">
              <a:buNone/>
              <a:defRPr sz="10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173D2C"/>
                </a:solidFill>
              </a:defRPr>
            </a:pPr>
            <a:r>
              <a:rPr sz="1050" b="1">
                <a:solidFill>
                  <a:srgbClr val="173D2C"/>
                </a:solidFill>
              </a:rPr>
              <a:t>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B444B-5F80-41A2-853F-BA4307C4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71475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DF7"/>
                </a:solidFill>
              </a:defRPr>
            </a:defPPr>
            <a:lvl1pPr algn="l">
              <a:buNone/>
              <a:defRPr sz="1275" b="1">
                <a:solidFill>
                  <a:srgbClr val="FFFDF7"/>
                </a:solidFill>
              </a:defRPr>
            </a:lvl1pPr>
            <a:lvl2pPr algn="l">
              <a:buNone/>
              <a:defRPr sz="1275" b="1">
                <a:solidFill>
                  <a:srgbClr val="FFFDF7"/>
                </a:solidFill>
              </a:defRPr>
            </a:lvl2pPr>
            <a:lvl3pPr algn="l">
              <a:buNone/>
              <a:defRPr sz="1275" b="1">
                <a:solidFill>
                  <a:srgbClr val="FFFDF7"/>
                </a:solidFill>
              </a:defRPr>
            </a:lvl3pPr>
            <a:lvl4pPr algn="l">
              <a:buNone/>
              <a:defRPr sz="1275" b="1">
                <a:solidFill>
                  <a:srgbClr val="FFFDF7"/>
                </a:solidFill>
              </a:defRPr>
            </a:lvl4pPr>
            <a:lvl5pPr algn="l">
              <a:buNone/>
              <a:defRPr sz="1275" b="1">
                <a:solidFill>
                  <a:srgbClr val="FFFDF7"/>
                </a:solidFill>
              </a:defRPr>
            </a:lvl5pPr>
            <a:lvl6pPr algn="l">
              <a:buNone/>
              <a:defRPr sz="1275" b="1">
                <a:solidFill>
                  <a:srgbClr val="FFFDF7"/>
                </a:solidFill>
              </a:defRPr>
            </a:lvl6pPr>
            <a:lvl7pPr algn="l">
              <a:buNone/>
              <a:defRPr sz="1275" b="1">
                <a:solidFill>
                  <a:srgbClr val="FFFDF7"/>
                </a:solidFill>
              </a:defRPr>
            </a:lvl7pPr>
            <a:lvl8pPr algn="l">
              <a:buNone/>
              <a:defRPr sz="1275" b="1">
                <a:solidFill>
                  <a:srgbClr val="FFFDF7"/>
                </a:solidFill>
              </a:defRPr>
            </a:lvl8pPr>
            <a:lvl9pPr algn="l">
              <a:buNone/>
              <a:defRPr sz="1275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FFFDF7"/>
                </a:solidFill>
              </a:defRPr>
            </a:pPr>
            <a:r>
              <a:rPr sz="1275" b="1">
                <a:solidFill>
                  <a:srgbClr val="FFFDF7"/>
                </a:solidFill>
              </a:rPr>
              <a:t>BUKIDPAY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C1B9F-032F-4687-8C36-81965905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523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5B8AD"/>
                </a:solidFill>
              </a:defRPr>
            </a:defPPr>
            <a:lvl1pPr algn="r">
              <a:buNone/>
              <a:defRPr sz="900" b="1">
                <a:solidFill>
                  <a:srgbClr val="A5B8AD"/>
                </a:solidFill>
              </a:defRPr>
            </a:lvl1pPr>
            <a:lvl2pPr algn="r">
              <a:buNone/>
              <a:defRPr sz="900" b="1">
                <a:solidFill>
                  <a:srgbClr val="A5B8AD"/>
                </a:solidFill>
              </a:defRPr>
            </a:lvl2pPr>
            <a:lvl3pPr algn="r">
              <a:buNone/>
              <a:defRPr sz="900" b="1">
                <a:solidFill>
                  <a:srgbClr val="A5B8AD"/>
                </a:solidFill>
              </a:defRPr>
            </a:lvl3pPr>
            <a:lvl4pPr algn="r">
              <a:buNone/>
              <a:defRPr sz="900" b="1">
                <a:solidFill>
                  <a:srgbClr val="A5B8AD"/>
                </a:solidFill>
              </a:defRPr>
            </a:lvl4pPr>
            <a:lvl5pPr algn="r">
              <a:buNone/>
              <a:defRPr sz="900" b="1">
                <a:solidFill>
                  <a:srgbClr val="A5B8AD"/>
                </a:solidFill>
              </a:defRPr>
            </a:lvl5pPr>
            <a:lvl6pPr algn="r">
              <a:buNone/>
              <a:defRPr sz="900" b="1">
                <a:solidFill>
                  <a:srgbClr val="A5B8AD"/>
                </a:solidFill>
              </a:defRPr>
            </a:lvl6pPr>
            <a:lvl7pPr algn="r">
              <a:buNone/>
              <a:defRPr sz="900" b="1">
                <a:solidFill>
                  <a:srgbClr val="A5B8AD"/>
                </a:solidFill>
              </a:defRPr>
            </a:lvl7pPr>
            <a:lvl8pPr algn="r">
              <a:buNone/>
              <a:defRPr sz="900" b="1">
                <a:solidFill>
                  <a:srgbClr val="A5B8AD"/>
                </a:solidFill>
              </a:defRPr>
            </a:lvl8pPr>
            <a:lvl9pPr algn="r">
              <a:buNone/>
              <a:defRPr sz="900" b="1">
                <a:solidFill>
                  <a:srgbClr val="A5B8AD"/>
                </a:solidFill>
              </a:defRPr>
            </a:lvl9pPr>
          </a:lstStyle>
          <a:p xmlns:a="http://schemas.openxmlformats.org/drawingml/2006/main">
            <a:pPr algn="r">
              <a:buNone/>
              <a:defRPr sz="900" b="1">
                <a:solidFill>
                  <a:srgbClr val="A5B8AD"/>
                </a:solidFill>
              </a:defRPr>
            </a:pPr>
            <a:r>
              <a:rPr sz="900" b="1">
                <a:solidFill>
                  <a:srgbClr val="A5B8AD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4621E-7DB4-4374-B917-4D743768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C7ED78"/>
                </a:solidFill>
              </a:defRPr>
            </a:defPPr>
            <a:lvl1pPr algn="l">
              <a:buNone/>
              <a:defRPr sz="975" b="1">
                <a:solidFill>
                  <a:srgbClr val="C7ED78"/>
                </a:solidFill>
              </a:defRPr>
            </a:lvl1pPr>
            <a:lvl2pPr algn="l">
              <a:buNone/>
              <a:defRPr sz="975" b="1">
                <a:solidFill>
                  <a:srgbClr val="C7ED78"/>
                </a:solidFill>
              </a:defRPr>
            </a:lvl2pPr>
            <a:lvl3pPr algn="l">
              <a:buNone/>
              <a:defRPr sz="975" b="1">
                <a:solidFill>
                  <a:srgbClr val="C7ED78"/>
                </a:solidFill>
              </a:defRPr>
            </a:lvl3pPr>
            <a:lvl4pPr algn="l">
              <a:buNone/>
              <a:defRPr sz="975" b="1">
                <a:solidFill>
                  <a:srgbClr val="C7ED78"/>
                </a:solidFill>
              </a:defRPr>
            </a:lvl4pPr>
            <a:lvl5pPr algn="l">
              <a:buNone/>
              <a:defRPr sz="975" b="1">
                <a:solidFill>
                  <a:srgbClr val="C7ED78"/>
                </a:solidFill>
              </a:defRPr>
            </a:lvl5pPr>
            <a:lvl6pPr algn="l">
              <a:buNone/>
              <a:defRPr sz="975" b="1">
                <a:solidFill>
                  <a:srgbClr val="C7ED78"/>
                </a:solidFill>
              </a:defRPr>
            </a:lvl6pPr>
            <a:lvl7pPr algn="l">
              <a:buNone/>
              <a:defRPr sz="975" b="1">
                <a:solidFill>
                  <a:srgbClr val="C7ED78"/>
                </a:solidFill>
              </a:defRPr>
            </a:lvl7pPr>
            <a:lvl8pPr algn="l">
              <a:buNone/>
              <a:defRPr sz="975" b="1">
                <a:solidFill>
                  <a:srgbClr val="C7ED78"/>
                </a:solidFill>
              </a:defRPr>
            </a:lvl8pPr>
            <a:lvl9pPr algn="l">
              <a:buNone/>
              <a:defRPr sz="975" b="1">
                <a:solidFill>
                  <a:srgbClr val="C7ED78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C7ED78"/>
                </a:solidFill>
              </a:defRPr>
            </a:pPr>
            <a:r>
              <a:rPr sz="975" b="1">
                <a:solidFill>
                  <a:srgbClr val="C7ED78"/>
                </a:solidFill>
              </a:rPr>
              <a:t>STELLAR + PAIFLOW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01E82-487E-4A3A-8901-6217A5A5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000" b="1">
                <a:solidFill>
                  <a:srgbClr val="FFFDF7"/>
                </a:solidFill>
              </a:defRPr>
            </a:defPPr>
            <a:lvl1pPr algn="l">
              <a:buNone/>
              <a:defRPr sz="3000" b="1">
                <a:solidFill>
                  <a:srgbClr val="FFFDF7"/>
                </a:solidFill>
              </a:defRPr>
            </a:lvl1pPr>
            <a:lvl2pPr algn="l">
              <a:buNone/>
              <a:defRPr sz="3000" b="1">
                <a:solidFill>
                  <a:srgbClr val="FFFDF7"/>
                </a:solidFill>
              </a:defRPr>
            </a:lvl2pPr>
            <a:lvl3pPr algn="l">
              <a:buNone/>
              <a:defRPr sz="3000" b="1">
                <a:solidFill>
                  <a:srgbClr val="FFFDF7"/>
                </a:solidFill>
              </a:defRPr>
            </a:lvl3pPr>
            <a:lvl4pPr algn="l">
              <a:buNone/>
              <a:defRPr sz="3000" b="1">
                <a:solidFill>
                  <a:srgbClr val="FFFDF7"/>
                </a:solidFill>
              </a:defRPr>
            </a:lvl4pPr>
            <a:lvl5pPr algn="l">
              <a:buNone/>
              <a:defRPr sz="3000" b="1">
                <a:solidFill>
                  <a:srgbClr val="FFFDF7"/>
                </a:solidFill>
              </a:defRPr>
            </a:lvl5pPr>
            <a:lvl6pPr algn="l">
              <a:buNone/>
              <a:defRPr sz="3000" b="1">
                <a:solidFill>
                  <a:srgbClr val="FFFDF7"/>
                </a:solidFill>
              </a:defRPr>
            </a:lvl6pPr>
            <a:lvl7pPr algn="l">
              <a:buNone/>
              <a:defRPr sz="3000" b="1">
                <a:solidFill>
                  <a:srgbClr val="FFFDF7"/>
                </a:solidFill>
              </a:defRPr>
            </a:lvl7pPr>
            <a:lvl8pPr algn="l">
              <a:buNone/>
              <a:defRPr sz="3000" b="1">
                <a:solidFill>
                  <a:srgbClr val="FFFDF7"/>
                </a:solidFill>
              </a:defRPr>
            </a:lvl8pPr>
            <a:lvl9pPr algn="l">
              <a:buNone/>
              <a:defRPr sz="300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3000" b="1">
                <a:solidFill>
                  <a:srgbClr val="FFFDF7"/>
                </a:solidFill>
              </a:defRPr>
            </a:pPr>
            <a:r>
              <a:rPr sz="3000" b="1">
                <a:solidFill>
                  <a:srgbClr val="FFFDF7"/>
                </a:solidFill>
              </a:rPr>
              <a:t>Paiflow moves the payment. Stellar makes the settlement verifiable.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0297D-4347-4ABC-B7E1-21317272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FFFD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0D4CFD-55AC-4B9F-9A45-8BD8D98F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24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73D2C"/>
                </a:solidFill>
              </a:defRPr>
            </a:defPPr>
            <a:lvl1pPr algn="ctr">
              <a:buNone/>
              <a:defRPr sz="975" b="1">
                <a:solidFill>
                  <a:srgbClr val="173D2C"/>
                </a:solidFill>
              </a:defRPr>
            </a:lvl1pPr>
            <a:lvl2pPr algn="ctr">
              <a:buNone/>
              <a:defRPr sz="975" b="1">
                <a:solidFill>
                  <a:srgbClr val="173D2C"/>
                </a:solidFill>
              </a:defRPr>
            </a:lvl2pPr>
            <a:lvl3pPr algn="ctr">
              <a:buNone/>
              <a:defRPr sz="975" b="1">
                <a:solidFill>
                  <a:srgbClr val="173D2C"/>
                </a:solidFill>
              </a:defRPr>
            </a:lvl3pPr>
            <a:lvl4pPr algn="ctr">
              <a:buNone/>
              <a:defRPr sz="975" b="1">
                <a:solidFill>
                  <a:srgbClr val="173D2C"/>
                </a:solidFill>
              </a:defRPr>
            </a:lvl4pPr>
            <a:lvl5pPr algn="ctr">
              <a:buNone/>
              <a:defRPr sz="975" b="1">
                <a:solidFill>
                  <a:srgbClr val="173D2C"/>
                </a:solidFill>
              </a:defRPr>
            </a:lvl5pPr>
            <a:lvl6pPr algn="ctr">
              <a:buNone/>
              <a:defRPr sz="975" b="1">
                <a:solidFill>
                  <a:srgbClr val="173D2C"/>
                </a:solidFill>
              </a:defRPr>
            </a:lvl6pPr>
            <a:lvl7pPr algn="ctr">
              <a:buNone/>
              <a:defRPr sz="975" b="1">
                <a:solidFill>
                  <a:srgbClr val="173D2C"/>
                </a:solidFill>
              </a:defRPr>
            </a:lvl7pPr>
            <a:lvl8pPr algn="ctr">
              <a:buNone/>
              <a:defRPr sz="975" b="1">
                <a:solidFill>
                  <a:srgbClr val="173D2C"/>
                </a:solidFill>
              </a:defRPr>
            </a:lvl8pPr>
            <a:lvl9pPr algn="ctr">
              <a:buNone/>
              <a:defRPr sz="9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73D2C"/>
                </a:solidFill>
              </a:defRPr>
            </a:pPr>
            <a:r>
              <a:rPr sz="975" b="1">
                <a:solidFill>
                  <a:srgbClr val="173D2C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78B854-474A-4AAC-BF31-17D1510E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955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DF7"/>
                </a:solidFill>
              </a:defRPr>
            </a:defPPr>
            <a:lvl1pPr algn="l">
              <a:buNone/>
              <a:defRPr sz="1350" b="1">
                <a:solidFill>
                  <a:srgbClr val="FFFDF7"/>
                </a:solidFill>
              </a:defRPr>
            </a:lvl1pPr>
            <a:lvl2pPr algn="l">
              <a:buNone/>
              <a:defRPr sz="1350" b="1">
                <a:solidFill>
                  <a:srgbClr val="FFFDF7"/>
                </a:solidFill>
              </a:defRPr>
            </a:lvl2pPr>
            <a:lvl3pPr algn="l">
              <a:buNone/>
              <a:defRPr sz="1350" b="1">
                <a:solidFill>
                  <a:srgbClr val="FFFDF7"/>
                </a:solidFill>
              </a:defRPr>
            </a:lvl3pPr>
            <a:lvl4pPr algn="l">
              <a:buNone/>
              <a:defRPr sz="1350" b="1">
                <a:solidFill>
                  <a:srgbClr val="FFFDF7"/>
                </a:solidFill>
              </a:defRPr>
            </a:lvl4pPr>
            <a:lvl5pPr algn="l">
              <a:buNone/>
              <a:defRPr sz="1350" b="1">
                <a:solidFill>
                  <a:srgbClr val="FFFDF7"/>
                </a:solidFill>
              </a:defRPr>
            </a:lvl5pPr>
            <a:lvl6pPr algn="l">
              <a:buNone/>
              <a:defRPr sz="1350" b="1">
                <a:solidFill>
                  <a:srgbClr val="FFFDF7"/>
                </a:solidFill>
              </a:defRPr>
            </a:lvl6pPr>
            <a:lvl7pPr algn="l">
              <a:buNone/>
              <a:defRPr sz="1350" b="1">
                <a:solidFill>
                  <a:srgbClr val="FFFDF7"/>
                </a:solidFill>
              </a:defRPr>
            </a:lvl7pPr>
            <a:lvl8pPr algn="l">
              <a:buNone/>
              <a:defRPr sz="1350" b="1">
                <a:solidFill>
                  <a:srgbClr val="FFFDF7"/>
                </a:solidFill>
              </a:defRPr>
            </a:lvl8pPr>
            <a:lvl9pPr algn="l">
              <a:buNone/>
              <a:defRPr sz="135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FFFDF7"/>
                </a:solidFill>
              </a:defRPr>
            </a:pPr>
            <a:r>
              <a:rPr sz="1350" b="1">
                <a:solidFill>
                  <a:srgbClr val="FFFDF7"/>
                </a:solidFill>
              </a:rPr>
              <a:t>FREIGHTER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440ABB-E566-43C1-899E-E5EB9530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527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B8C7BE"/>
                </a:solidFill>
              </a:defRPr>
            </a:defPPr>
            <a:lvl1pPr algn="l">
              <a:buNone/>
              <a:defRPr sz="1050" b="0">
                <a:solidFill>
                  <a:srgbClr val="B8C7BE"/>
                </a:solidFill>
              </a:defRPr>
            </a:lvl1pPr>
            <a:lvl2pPr algn="l">
              <a:buNone/>
              <a:defRPr sz="1050" b="0">
                <a:solidFill>
                  <a:srgbClr val="B8C7BE"/>
                </a:solidFill>
              </a:defRPr>
            </a:lvl2pPr>
            <a:lvl3pPr algn="l">
              <a:buNone/>
              <a:defRPr sz="1050" b="0">
                <a:solidFill>
                  <a:srgbClr val="B8C7BE"/>
                </a:solidFill>
              </a:defRPr>
            </a:lvl3pPr>
            <a:lvl4pPr algn="l">
              <a:buNone/>
              <a:defRPr sz="1050" b="0">
                <a:solidFill>
                  <a:srgbClr val="B8C7BE"/>
                </a:solidFill>
              </a:defRPr>
            </a:lvl4pPr>
            <a:lvl5pPr algn="l">
              <a:buNone/>
              <a:defRPr sz="1050" b="0">
                <a:solidFill>
                  <a:srgbClr val="B8C7BE"/>
                </a:solidFill>
              </a:defRPr>
            </a:lvl5pPr>
            <a:lvl6pPr algn="l">
              <a:buNone/>
              <a:defRPr sz="1050" b="0">
                <a:solidFill>
                  <a:srgbClr val="B8C7BE"/>
                </a:solidFill>
              </a:defRPr>
            </a:lvl6pPr>
            <a:lvl7pPr algn="l">
              <a:buNone/>
              <a:defRPr sz="1050" b="0">
                <a:solidFill>
                  <a:srgbClr val="B8C7BE"/>
                </a:solidFill>
              </a:defRPr>
            </a:lvl7pPr>
            <a:lvl8pPr algn="l">
              <a:buNone/>
              <a:defRPr sz="1050" b="0">
                <a:solidFill>
                  <a:srgbClr val="B8C7BE"/>
                </a:solidFill>
              </a:defRPr>
            </a:lvl8pPr>
            <a:lvl9pPr algn="l">
              <a:buNone/>
              <a:defRPr sz="1050" b="0">
                <a:solidFill>
                  <a:srgbClr val="B8C7BE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B8C7BE"/>
                </a:solidFill>
              </a:defRPr>
            </a:pPr>
            <a:r>
              <a:rPr sz="1050" b="0">
                <a:solidFill>
                  <a:srgbClr val="B8C7BE"/>
                </a:solidFill>
              </a:rPr>
              <a:t>Participant authorizes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E7A5F-B9E1-459D-AC30-87D90383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95625"/>
            <a:ext cx="0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806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F9A251-B91F-4FE1-A3B8-9AA6D718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433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FFFD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8E8FE2-DA72-4262-BC0B-F023D96D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433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73D2C"/>
                </a:solidFill>
              </a:defRPr>
            </a:defPPr>
            <a:lvl1pPr algn="ctr">
              <a:buNone/>
              <a:defRPr sz="975" b="1">
                <a:solidFill>
                  <a:srgbClr val="173D2C"/>
                </a:solidFill>
              </a:defRPr>
            </a:lvl1pPr>
            <a:lvl2pPr algn="ctr">
              <a:buNone/>
              <a:defRPr sz="975" b="1">
                <a:solidFill>
                  <a:srgbClr val="173D2C"/>
                </a:solidFill>
              </a:defRPr>
            </a:lvl2pPr>
            <a:lvl3pPr algn="ctr">
              <a:buNone/>
              <a:defRPr sz="975" b="1">
                <a:solidFill>
                  <a:srgbClr val="173D2C"/>
                </a:solidFill>
              </a:defRPr>
            </a:lvl3pPr>
            <a:lvl4pPr algn="ctr">
              <a:buNone/>
              <a:defRPr sz="975" b="1">
                <a:solidFill>
                  <a:srgbClr val="173D2C"/>
                </a:solidFill>
              </a:defRPr>
            </a:lvl4pPr>
            <a:lvl5pPr algn="ctr">
              <a:buNone/>
              <a:defRPr sz="975" b="1">
                <a:solidFill>
                  <a:srgbClr val="173D2C"/>
                </a:solidFill>
              </a:defRPr>
            </a:lvl5pPr>
            <a:lvl6pPr algn="ctr">
              <a:buNone/>
              <a:defRPr sz="975" b="1">
                <a:solidFill>
                  <a:srgbClr val="173D2C"/>
                </a:solidFill>
              </a:defRPr>
            </a:lvl6pPr>
            <a:lvl7pPr algn="ctr">
              <a:buNone/>
              <a:defRPr sz="975" b="1">
                <a:solidFill>
                  <a:srgbClr val="173D2C"/>
                </a:solidFill>
              </a:defRPr>
            </a:lvl7pPr>
            <a:lvl8pPr algn="ctr">
              <a:buNone/>
              <a:defRPr sz="975" b="1">
                <a:solidFill>
                  <a:srgbClr val="173D2C"/>
                </a:solidFill>
              </a:defRPr>
            </a:lvl8pPr>
            <a:lvl9pPr algn="ctr">
              <a:buNone/>
              <a:defRPr sz="9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73D2C"/>
                </a:solidFill>
              </a:defRPr>
            </a:pPr>
            <a:r>
              <a:rPr sz="975" b="1">
                <a:solidFill>
                  <a:srgbClr val="173D2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EA1E1-FF54-44AC-A5B8-4EC84EB0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5147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DF7"/>
                </a:solidFill>
              </a:defRPr>
            </a:defPPr>
            <a:lvl1pPr algn="l">
              <a:buNone/>
              <a:defRPr sz="1350" b="1">
                <a:solidFill>
                  <a:srgbClr val="FFFDF7"/>
                </a:solidFill>
              </a:defRPr>
            </a:lvl1pPr>
            <a:lvl2pPr algn="l">
              <a:buNone/>
              <a:defRPr sz="1350" b="1">
                <a:solidFill>
                  <a:srgbClr val="FFFDF7"/>
                </a:solidFill>
              </a:defRPr>
            </a:lvl2pPr>
            <a:lvl3pPr algn="l">
              <a:buNone/>
              <a:defRPr sz="1350" b="1">
                <a:solidFill>
                  <a:srgbClr val="FFFDF7"/>
                </a:solidFill>
              </a:defRPr>
            </a:lvl3pPr>
            <a:lvl4pPr algn="l">
              <a:buNone/>
              <a:defRPr sz="1350" b="1">
                <a:solidFill>
                  <a:srgbClr val="FFFDF7"/>
                </a:solidFill>
              </a:defRPr>
            </a:lvl4pPr>
            <a:lvl5pPr algn="l">
              <a:buNone/>
              <a:defRPr sz="1350" b="1">
                <a:solidFill>
                  <a:srgbClr val="FFFDF7"/>
                </a:solidFill>
              </a:defRPr>
            </a:lvl5pPr>
            <a:lvl6pPr algn="l">
              <a:buNone/>
              <a:defRPr sz="1350" b="1">
                <a:solidFill>
                  <a:srgbClr val="FFFDF7"/>
                </a:solidFill>
              </a:defRPr>
            </a:lvl6pPr>
            <a:lvl7pPr algn="l">
              <a:buNone/>
              <a:defRPr sz="1350" b="1">
                <a:solidFill>
                  <a:srgbClr val="FFFDF7"/>
                </a:solidFill>
              </a:defRPr>
            </a:lvl7pPr>
            <a:lvl8pPr algn="l">
              <a:buNone/>
              <a:defRPr sz="1350" b="1">
                <a:solidFill>
                  <a:srgbClr val="FFFDF7"/>
                </a:solidFill>
              </a:defRPr>
            </a:lvl8pPr>
            <a:lvl9pPr algn="l">
              <a:buNone/>
              <a:defRPr sz="135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FFFDF7"/>
                </a:solidFill>
              </a:defRPr>
            </a:pPr>
            <a:r>
              <a:rPr sz="1350" b="1">
                <a:solidFill>
                  <a:srgbClr val="FFFDF7"/>
                </a:solidFill>
              </a:rPr>
              <a:t>PAIFLOW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81011-E676-42AA-B687-8E11D651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719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B8C7BE"/>
                </a:solidFill>
              </a:defRPr>
            </a:defPPr>
            <a:lvl1pPr algn="l">
              <a:buNone/>
              <a:defRPr sz="1050" b="0">
                <a:solidFill>
                  <a:srgbClr val="B8C7BE"/>
                </a:solidFill>
              </a:defRPr>
            </a:lvl1pPr>
            <a:lvl2pPr algn="l">
              <a:buNone/>
              <a:defRPr sz="1050" b="0">
                <a:solidFill>
                  <a:srgbClr val="B8C7BE"/>
                </a:solidFill>
              </a:defRPr>
            </a:lvl2pPr>
            <a:lvl3pPr algn="l">
              <a:buNone/>
              <a:defRPr sz="1050" b="0">
                <a:solidFill>
                  <a:srgbClr val="B8C7BE"/>
                </a:solidFill>
              </a:defRPr>
            </a:lvl3pPr>
            <a:lvl4pPr algn="l">
              <a:buNone/>
              <a:defRPr sz="1050" b="0">
                <a:solidFill>
                  <a:srgbClr val="B8C7BE"/>
                </a:solidFill>
              </a:defRPr>
            </a:lvl4pPr>
            <a:lvl5pPr algn="l">
              <a:buNone/>
              <a:defRPr sz="1050" b="0">
                <a:solidFill>
                  <a:srgbClr val="B8C7BE"/>
                </a:solidFill>
              </a:defRPr>
            </a:lvl5pPr>
            <a:lvl6pPr algn="l">
              <a:buNone/>
              <a:defRPr sz="1050" b="0">
                <a:solidFill>
                  <a:srgbClr val="B8C7BE"/>
                </a:solidFill>
              </a:defRPr>
            </a:lvl6pPr>
            <a:lvl7pPr algn="l">
              <a:buNone/>
              <a:defRPr sz="1050" b="0">
                <a:solidFill>
                  <a:srgbClr val="B8C7BE"/>
                </a:solidFill>
              </a:defRPr>
            </a:lvl7pPr>
            <a:lvl8pPr algn="l">
              <a:buNone/>
              <a:defRPr sz="1050" b="0">
                <a:solidFill>
                  <a:srgbClr val="B8C7BE"/>
                </a:solidFill>
              </a:defRPr>
            </a:lvl8pPr>
            <a:lvl9pPr algn="l">
              <a:buNone/>
              <a:defRPr sz="1050" b="0">
                <a:solidFill>
                  <a:srgbClr val="B8C7BE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B8C7BE"/>
                </a:solidFill>
              </a:defRPr>
            </a:pPr>
            <a:r>
              <a:rPr sz="1050" b="0">
                <a:solidFill>
                  <a:srgbClr val="B8C7BE"/>
                </a:solidFill>
              </a:rPr>
              <a:t>Receive XLM + Split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D9F420-BDDF-4B62-BB89-4D07CFAF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0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80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0FF69E-A082-48E0-8F12-A113044E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624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FFFD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F6691-5856-49E6-811B-FD30703F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624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73D2C"/>
                </a:solidFill>
              </a:defRPr>
            </a:defPPr>
            <a:lvl1pPr algn="ctr">
              <a:buNone/>
              <a:defRPr sz="975" b="1">
                <a:solidFill>
                  <a:srgbClr val="173D2C"/>
                </a:solidFill>
              </a:defRPr>
            </a:lvl1pPr>
            <a:lvl2pPr algn="ctr">
              <a:buNone/>
              <a:defRPr sz="975" b="1">
                <a:solidFill>
                  <a:srgbClr val="173D2C"/>
                </a:solidFill>
              </a:defRPr>
            </a:lvl2pPr>
            <a:lvl3pPr algn="ctr">
              <a:buNone/>
              <a:defRPr sz="975" b="1">
                <a:solidFill>
                  <a:srgbClr val="173D2C"/>
                </a:solidFill>
              </a:defRPr>
            </a:lvl3pPr>
            <a:lvl4pPr algn="ctr">
              <a:buNone/>
              <a:defRPr sz="975" b="1">
                <a:solidFill>
                  <a:srgbClr val="173D2C"/>
                </a:solidFill>
              </a:defRPr>
            </a:lvl4pPr>
            <a:lvl5pPr algn="ctr">
              <a:buNone/>
              <a:defRPr sz="975" b="1">
                <a:solidFill>
                  <a:srgbClr val="173D2C"/>
                </a:solidFill>
              </a:defRPr>
            </a:lvl5pPr>
            <a:lvl6pPr algn="ctr">
              <a:buNone/>
              <a:defRPr sz="975" b="1">
                <a:solidFill>
                  <a:srgbClr val="173D2C"/>
                </a:solidFill>
              </a:defRPr>
            </a:lvl6pPr>
            <a:lvl7pPr algn="ctr">
              <a:buNone/>
              <a:defRPr sz="975" b="1">
                <a:solidFill>
                  <a:srgbClr val="173D2C"/>
                </a:solidFill>
              </a:defRPr>
            </a:lvl7pPr>
            <a:lvl8pPr algn="ctr">
              <a:buNone/>
              <a:defRPr sz="975" b="1">
                <a:solidFill>
                  <a:srgbClr val="173D2C"/>
                </a:solidFill>
              </a:defRPr>
            </a:lvl8pPr>
            <a:lvl9pPr algn="ctr">
              <a:buNone/>
              <a:defRPr sz="9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73D2C"/>
                </a:solidFill>
              </a:defRPr>
            </a:pPr>
            <a:r>
              <a:rPr sz="975" b="1">
                <a:solidFill>
                  <a:srgbClr val="173D2C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302DBD-D0B8-46A5-B3B3-DCF5E3B9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338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DF7"/>
                </a:solidFill>
              </a:defRPr>
            </a:defPPr>
            <a:lvl1pPr algn="l">
              <a:buNone/>
              <a:defRPr sz="1350" b="1">
                <a:solidFill>
                  <a:srgbClr val="FFFDF7"/>
                </a:solidFill>
              </a:defRPr>
            </a:lvl1pPr>
            <a:lvl2pPr algn="l">
              <a:buNone/>
              <a:defRPr sz="1350" b="1">
                <a:solidFill>
                  <a:srgbClr val="FFFDF7"/>
                </a:solidFill>
              </a:defRPr>
            </a:lvl2pPr>
            <a:lvl3pPr algn="l">
              <a:buNone/>
              <a:defRPr sz="1350" b="1">
                <a:solidFill>
                  <a:srgbClr val="FFFDF7"/>
                </a:solidFill>
              </a:defRPr>
            </a:lvl3pPr>
            <a:lvl4pPr algn="l">
              <a:buNone/>
              <a:defRPr sz="1350" b="1">
                <a:solidFill>
                  <a:srgbClr val="FFFDF7"/>
                </a:solidFill>
              </a:defRPr>
            </a:lvl4pPr>
            <a:lvl5pPr algn="l">
              <a:buNone/>
              <a:defRPr sz="1350" b="1">
                <a:solidFill>
                  <a:srgbClr val="FFFDF7"/>
                </a:solidFill>
              </a:defRPr>
            </a:lvl5pPr>
            <a:lvl6pPr algn="l">
              <a:buNone/>
              <a:defRPr sz="1350" b="1">
                <a:solidFill>
                  <a:srgbClr val="FFFDF7"/>
                </a:solidFill>
              </a:defRPr>
            </a:lvl6pPr>
            <a:lvl7pPr algn="l">
              <a:buNone/>
              <a:defRPr sz="1350" b="1">
                <a:solidFill>
                  <a:srgbClr val="FFFDF7"/>
                </a:solidFill>
              </a:defRPr>
            </a:lvl7pPr>
            <a:lvl8pPr algn="l">
              <a:buNone/>
              <a:defRPr sz="1350" b="1">
                <a:solidFill>
                  <a:srgbClr val="FFFDF7"/>
                </a:solidFill>
              </a:defRPr>
            </a:lvl8pPr>
            <a:lvl9pPr algn="l">
              <a:buNone/>
              <a:defRPr sz="135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FFFDF7"/>
                </a:solidFill>
              </a:defRPr>
            </a:pPr>
            <a:r>
              <a:rPr sz="1350" b="1">
                <a:solidFill>
                  <a:srgbClr val="FFFDF7"/>
                </a:solidFill>
              </a:rPr>
              <a:t>STELLAR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DB1CFB-EADD-4B31-B534-598D6FB9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910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B8C7BE"/>
                </a:solidFill>
              </a:defRPr>
            </a:defPPr>
            <a:lvl1pPr algn="l">
              <a:buNone/>
              <a:defRPr sz="1050" b="0">
                <a:solidFill>
                  <a:srgbClr val="B8C7BE"/>
                </a:solidFill>
              </a:defRPr>
            </a:lvl1pPr>
            <a:lvl2pPr algn="l">
              <a:buNone/>
              <a:defRPr sz="1050" b="0">
                <a:solidFill>
                  <a:srgbClr val="B8C7BE"/>
                </a:solidFill>
              </a:defRPr>
            </a:lvl2pPr>
            <a:lvl3pPr algn="l">
              <a:buNone/>
              <a:defRPr sz="1050" b="0">
                <a:solidFill>
                  <a:srgbClr val="B8C7BE"/>
                </a:solidFill>
              </a:defRPr>
            </a:lvl3pPr>
            <a:lvl4pPr algn="l">
              <a:buNone/>
              <a:defRPr sz="1050" b="0">
                <a:solidFill>
                  <a:srgbClr val="B8C7BE"/>
                </a:solidFill>
              </a:defRPr>
            </a:lvl4pPr>
            <a:lvl5pPr algn="l">
              <a:buNone/>
              <a:defRPr sz="1050" b="0">
                <a:solidFill>
                  <a:srgbClr val="B8C7BE"/>
                </a:solidFill>
              </a:defRPr>
            </a:lvl5pPr>
            <a:lvl6pPr algn="l">
              <a:buNone/>
              <a:defRPr sz="1050" b="0">
                <a:solidFill>
                  <a:srgbClr val="B8C7BE"/>
                </a:solidFill>
              </a:defRPr>
            </a:lvl6pPr>
            <a:lvl7pPr algn="l">
              <a:buNone/>
              <a:defRPr sz="1050" b="0">
                <a:solidFill>
                  <a:srgbClr val="B8C7BE"/>
                </a:solidFill>
              </a:defRPr>
            </a:lvl7pPr>
            <a:lvl8pPr algn="l">
              <a:buNone/>
              <a:defRPr sz="1050" b="0">
                <a:solidFill>
                  <a:srgbClr val="B8C7BE"/>
                </a:solidFill>
              </a:defRPr>
            </a:lvl8pPr>
            <a:lvl9pPr algn="l">
              <a:buNone/>
              <a:defRPr sz="1050" b="0">
                <a:solidFill>
                  <a:srgbClr val="B8C7BE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B8C7BE"/>
                </a:solidFill>
              </a:defRPr>
            </a:pPr>
            <a:r>
              <a:rPr sz="1050" b="0">
                <a:solidFill>
                  <a:srgbClr val="B8C7BE"/>
                </a:solidFill>
              </a:rPr>
              <a:t>Testnet transaction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F3700C-B377-4902-B0B6-75ABABB6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33925"/>
            <a:ext cx="0" cy="4095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D80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AD29CC-9C67-4FCC-83E1-095D3A32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9C8534-689F-4A13-93A9-908C111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816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173D2C"/>
                </a:solidFill>
              </a:defRPr>
            </a:defPPr>
            <a:lvl1pPr algn="ctr">
              <a:buNone/>
              <a:defRPr sz="975" b="1">
                <a:solidFill>
                  <a:srgbClr val="173D2C"/>
                </a:solidFill>
              </a:defRPr>
            </a:lvl1pPr>
            <a:lvl2pPr algn="ctr">
              <a:buNone/>
              <a:defRPr sz="975" b="1">
                <a:solidFill>
                  <a:srgbClr val="173D2C"/>
                </a:solidFill>
              </a:defRPr>
            </a:lvl2pPr>
            <a:lvl3pPr algn="ctr">
              <a:buNone/>
              <a:defRPr sz="975" b="1">
                <a:solidFill>
                  <a:srgbClr val="173D2C"/>
                </a:solidFill>
              </a:defRPr>
            </a:lvl3pPr>
            <a:lvl4pPr algn="ctr">
              <a:buNone/>
              <a:defRPr sz="975" b="1">
                <a:solidFill>
                  <a:srgbClr val="173D2C"/>
                </a:solidFill>
              </a:defRPr>
            </a:lvl4pPr>
            <a:lvl5pPr algn="ctr">
              <a:buNone/>
              <a:defRPr sz="975" b="1">
                <a:solidFill>
                  <a:srgbClr val="173D2C"/>
                </a:solidFill>
              </a:defRPr>
            </a:lvl5pPr>
            <a:lvl6pPr algn="ctr">
              <a:buNone/>
              <a:defRPr sz="975" b="1">
                <a:solidFill>
                  <a:srgbClr val="173D2C"/>
                </a:solidFill>
              </a:defRPr>
            </a:lvl6pPr>
            <a:lvl7pPr algn="ctr">
              <a:buNone/>
              <a:defRPr sz="975" b="1">
                <a:solidFill>
                  <a:srgbClr val="173D2C"/>
                </a:solidFill>
              </a:defRPr>
            </a:lvl7pPr>
            <a:lvl8pPr algn="ctr">
              <a:buNone/>
              <a:defRPr sz="975" b="1">
                <a:solidFill>
                  <a:srgbClr val="173D2C"/>
                </a:solidFill>
              </a:defRPr>
            </a:lvl8pPr>
            <a:lvl9pPr algn="ctr">
              <a:buNone/>
              <a:defRPr sz="975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975" b="1">
                <a:solidFill>
                  <a:srgbClr val="173D2C"/>
                </a:solidFill>
              </a:defRPr>
            </a:pPr>
            <a:r>
              <a:rPr sz="975" b="1">
                <a:solidFill>
                  <a:srgbClr val="173D2C"/>
                </a:solidFill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B7D65E-3D6F-4EC6-9C43-DFF5F9F3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530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FFDF7"/>
                </a:solidFill>
              </a:defRPr>
            </a:defPPr>
            <a:lvl1pPr algn="l">
              <a:buNone/>
              <a:defRPr sz="1350" b="1">
                <a:solidFill>
                  <a:srgbClr val="FFFDF7"/>
                </a:solidFill>
              </a:defRPr>
            </a:lvl1pPr>
            <a:lvl2pPr algn="l">
              <a:buNone/>
              <a:defRPr sz="1350" b="1">
                <a:solidFill>
                  <a:srgbClr val="FFFDF7"/>
                </a:solidFill>
              </a:defRPr>
            </a:lvl2pPr>
            <a:lvl3pPr algn="l">
              <a:buNone/>
              <a:defRPr sz="1350" b="1">
                <a:solidFill>
                  <a:srgbClr val="FFFDF7"/>
                </a:solidFill>
              </a:defRPr>
            </a:lvl3pPr>
            <a:lvl4pPr algn="l">
              <a:buNone/>
              <a:defRPr sz="1350" b="1">
                <a:solidFill>
                  <a:srgbClr val="FFFDF7"/>
                </a:solidFill>
              </a:defRPr>
            </a:lvl4pPr>
            <a:lvl5pPr algn="l">
              <a:buNone/>
              <a:defRPr sz="1350" b="1">
                <a:solidFill>
                  <a:srgbClr val="FFFDF7"/>
                </a:solidFill>
              </a:defRPr>
            </a:lvl5pPr>
            <a:lvl6pPr algn="l">
              <a:buNone/>
              <a:defRPr sz="1350" b="1">
                <a:solidFill>
                  <a:srgbClr val="FFFDF7"/>
                </a:solidFill>
              </a:defRPr>
            </a:lvl6pPr>
            <a:lvl7pPr algn="l">
              <a:buNone/>
              <a:defRPr sz="1350" b="1">
                <a:solidFill>
                  <a:srgbClr val="FFFDF7"/>
                </a:solidFill>
              </a:defRPr>
            </a:lvl7pPr>
            <a:lvl8pPr algn="l">
              <a:buNone/>
              <a:defRPr sz="1350" b="1">
                <a:solidFill>
                  <a:srgbClr val="FFFDF7"/>
                </a:solidFill>
              </a:defRPr>
            </a:lvl8pPr>
            <a:lvl9pPr algn="l">
              <a:buNone/>
              <a:defRPr sz="1350" b="1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FFFDF7"/>
                </a:solidFill>
              </a:defRPr>
            </a:pPr>
            <a:r>
              <a:rPr sz="1350" b="1">
                <a:solidFill>
                  <a:srgbClr val="FFFDF7"/>
                </a:solidFill>
              </a:rPr>
              <a:t>BUKIDPAY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664E90-D553-43F1-A026-AFC83498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02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B8C7BE"/>
                </a:solidFill>
              </a:defRPr>
            </a:defPPr>
            <a:lvl1pPr algn="l">
              <a:buNone/>
              <a:defRPr sz="1050" b="0">
                <a:solidFill>
                  <a:srgbClr val="B8C7BE"/>
                </a:solidFill>
              </a:defRPr>
            </a:lvl1pPr>
            <a:lvl2pPr algn="l">
              <a:buNone/>
              <a:defRPr sz="1050" b="0">
                <a:solidFill>
                  <a:srgbClr val="B8C7BE"/>
                </a:solidFill>
              </a:defRPr>
            </a:lvl2pPr>
            <a:lvl3pPr algn="l">
              <a:buNone/>
              <a:defRPr sz="1050" b="0">
                <a:solidFill>
                  <a:srgbClr val="B8C7BE"/>
                </a:solidFill>
              </a:defRPr>
            </a:lvl3pPr>
            <a:lvl4pPr algn="l">
              <a:buNone/>
              <a:defRPr sz="1050" b="0">
                <a:solidFill>
                  <a:srgbClr val="B8C7BE"/>
                </a:solidFill>
              </a:defRPr>
            </a:lvl4pPr>
            <a:lvl5pPr algn="l">
              <a:buNone/>
              <a:defRPr sz="1050" b="0">
                <a:solidFill>
                  <a:srgbClr val="B8C7BE"/>
                </a:solidFill>
              </a:defRPr>
            </a:lvl5pPr>
            <a:lvl6pPr algn="l">
              <a:buNone/>
              <a:defRPr sz="1050" b="0">
                <a:solidFill>
                  <a:srgbClr val="B8C7BE"/>
                </a:solidFill>
              </a:defRPr>
            </a:lvl6pPr>
            <a:lvl7pPr algn="l">
              <a:buNone/>
              <a:defRPr sz="1050" b="0">
                <a:solidFill>
                  <a:srgbClr val="B8C7BE"/>
                </a:solidFill>
              </a:defRPr>
            </a:lvl7pPr>
            <a:lvl8pPr algn="l">
              <a:buNone/>
              <a:defRPr sz="1050" b="0">
                <a:solidFill>
                  <a:srgbClr val="B8C7BE"/>
                </a:solidFill>
              </a:defRPr>
            </a:lvl8pPr>
            <a:lvl9pPr algn="l">
              <a:buNone/>
              <a:defRPr sz="1050" b="0">
                <a:solidFill>
                  <a:srgbClr val="B8C7BE"/>
                </a:solidFill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B8C7BE"/>
                </a:solidFill>
              </a:defRPr>
            </a:pPr>
            <a:r>
              <a:rPr sz="1050" b="0">
                <a:solidFill>
                  <a:srgbClr val="B8C7BE"/>
                </a:solidFill>
              </a:rPr>
              <a:t>Verified receipt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1B80AB-9027-4B94-AD92-A4F83A77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24150"/>
            <a:ext cx="0" cy="3219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2705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9074F1-1370-42EC-BBA4-26BEFE14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241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C7ED78"/>
                </a:solidFill>
              </a:defRPr>
            </a:defPPr>
            <a:lvl1pPr algn="l">
              <a:buNone/>
              <a:defRPr sz="975" b="1">
                <a:solidFill>
                  <a:srgbClr val="C7ED78"/>
                </a:solidFill>
              </a:defRPr>
            </a:lvl1pPr>
            <a:lvl2pPr algn="l">
              <a:buNone/>
              <a:defRPr sz="975" b="1">
                <a:solidFill>
                  <a:srgbClr val="C7ED78"/>
                </a:solidFill>
              </a:defRPr>
            </a:lvl2pPr>
            <a:lvl3pPr algn="l">
              <a:buNone/>
              <a:defRPr sz="975" b="1">
                <a:solidFill>
                  <a:srgbClr val="C7ED78"/>
                </a:solidFill>
              </a:defRPr>
            </a:lvl3pPr>
            <a:lvl4pPr algn="l">
              <a:buNone/>
              <a:defRPr sz="975" b="1">
                <a:solidFill>
                  <a:srgbClr val="C7ED78"/>
                </a:solidFill>
              </a:defRPr>
            </a:lvl4pPr>
            <a:lvl5pPr algn="l">
              <a:buNone/>
              <a:defRPr sz="975" b="1">
                <a:solidFill>
                  <a:srgbClr val="C7ED78"/>
                </a:solidFill>
              </a:defRPr>
            </a:lvl5pPr>
            <a:lvl6pPr algn="l">
              <a:buNone/>
              <a:defRPr sz="975" b="1">
                <a:solidFill>
                  <a:srgbClr val="C7ED78"/>
                </a:solidFill>
              </a:defRPr>
            </a:lvl6pPr>
            <a:lvl7pPr algn="l">
              <a:buNone/>
              <a:defRPr sz="975" b="1">
                <a:solidFill>
                  <a:srgbClr val="C7ED78"/>
                </a:solidFill>
              </a:defRPr>
            </a:lvl7pPr>
            <a:lvl8pPr algn="l">
              <a:buNone/>
              <a:defRPr sz="975" b="1">
                <a:solidFill>
                  <a:srgbClr val="C7ED78"/>
                </a:solidFill>
              </a:defRPr>
            </a:lvl8pPr>
            <a:lvl9pPr algn="l">
              <a:buNone/>
              <a:defRPr sz="975" b="1">
                <a:solidFill>
                  <a:srgbClr val="C7ED78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C7ED78"/>
                </a:solidFill>
              </a:defRPr>
            </a:pPr>
            <a:r>
              <a:rPr sz="975" b="1">
                <a:solidFill>
                  <a:srgbClr val="C7ED78"/>
                </a:solidFill>
              </a:rPr>
              <a:t>LIVE DEMO CHECKPOINTS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490F88-19A5-4C8A-8B3E-E5FF28AD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71825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5CF6CF-1502-4247-B17B-251BAB70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7182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173D2C"/>
                </a:solidFill>
              </a:defRPr>
            </a:defPPr>
            <a:lvl1pPr algn="ctr">
              <a:buNone/>
              <a:defRPr sz="750" b="1">
                <a:solidFill>
                  <a:srgbClr val="173D2C"/>
                </a:solidFill>
              </a:defRPr>
            </a:lvl1pPr>
            <a:lvl2pPr algn="ctr">
              <a:buNone/>
              <a:defRPr sz="750" b="1">
                <a:solidFill>
                  <a:srgbClr val="173D2C"/>
                </a:solidFill>
              </a:defRPr>
            </a:lvl2pPr>
            <a:lvl3pPr algn="ctr">
              <a:buNone/>
              <a:defRPr sz="750" b="1">
                <a:solidFill>
                  <a:srgbClr val="173D2C"/>
                </a:solidFill>
              </a:defRPr>
            </a:lvl3pPr>
            <a:lvl4pPr algn="ctr">
              <a:buNone/>
              <a:defRPr sz="750" b="1">
                <a:solidFill>
                  <a:srgbClr val="173D2C"/>
                </a:solidFill>
              </a:defRPr>
            </a:lvl4pPr>
            <a:lvl5pPr algn="ctr">
              <a:buNone/>
              <a:defRPr sz="750" b="1">
                <a:solidFill>
                  <a:srgbClr val="173D2C"/>
                </a:solidFill>
              </a:defRPr>
            </a:lvl5pPr>
            <a:lvl6pPr algn="ctr">
              <a:buNone/>
              <a:defRPr sz="750" b="1">
                <a:solidFill>
                  <a:srgbClr val="173D2C"/>
                </a:solidFill>
              </a:defRPr>
            </a:lvl6pPr>
            <a:lvl7pPr algn="ctr">
              <a:buNone/>
              <a:defRPr sz="750" b="1">
                <a:solidFill>
                  <a:srgbClr val="173D2C"/>
                </a:solidFill>
              </a:defRPr>
            </a:lvl7pPr>
            <a:lvl8pPr algn="ctr">
              <a:buNone/>
              <a:defRPr sz="750" b="1">
                <a:solidFill>
                  <a:srgbClr val="173D2C"/>
                </a:solidFill>
              </a:defRPr>
            </a:lvl8pPr>
            <a:lvl9pPr algn="ctr">
              <a:buNone/>
              <a:defRPr sz="7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750" b="1">
                <a:solidFill>
                  <a:srgbClr val="173D2C"/>
                </a:solidFill>
              </a:defRPr>
            </a:pPr>
            <a:r>
              <a:rPr sz="750" b="1">
                <a:solidFill>
                  <a:srgbClr val="173D2C"/>
                </a:solidFill>
              </a:rPr>
              <a:t>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2DAF57-267B-47EE-930A-093BCA78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FFDF7"/>
                </a:solidFill>
              </a:defRPr>
            </a:defPPr>
            <a:lvl1pPr algn="l">
              <a:buNone/>
              <a:defRPr sz="1350" b="0">
                <a:solidFill>
                  <a:srgbClr val="FFFDF7"/>
                </a:solidFill>
              </a:defRPr>
            </a:lvl1pPr>
            <a:lvl2pPr algn="l">
              <a:buNone/>
              <a:defRPr sz="1350" b="0">
                <a:solidFill>
                  <a:srgbClr val="FFFDF7"/>
                </a:solidFill>
              </a:defRPr>
            </a:lvl2pPr>
            <a:lvl3pPr algn="l">
              <a:buNone/>
              <a:defRPr sz="1350" b="0">
                <a:solidFill>
                  <a:srgbClr val="FFFDF7"/>
                </a:solidFill>
              </a:defRPr>
            </a:lvl3pPr>
            <a:lvl4pPr algn="l">
              <a:buNone/>
              <a:defRPr sz="1350" b="0">
                <a:solidFill>
                  <a:srgbClr val="FFFDF7"/>
                </a:solidFill>
              </a:defRPr>
            </a:lvl4pPr>
            <a:lvl5pPr algn="l">
              <a:buNone/>
              <a:defRPr sz="1350" b="0">
                <a:solidFill>
                  <a:srgbClr val="FFFDF7"/>
                </a:solidFill>
              </a:defRPr>
            </a:lvl5pPr>
            <a:lvl6pPr algn="l">
              <a:buNone/>
              <a:defRPr sz="1350" b="0">
                <a:solidFill>
                  <a:srgbClr val="FFFDF7"/>
                </a:solidFill>
              </a:defRPr>
            </a:lvl6pPr>
            <a:lvl7pPr algn="l">
              <a:buNone/>
              <a:defRPr sz="1350" b="0">
                <a:solidFill>
                  <a:srgbClr val="FFFDF7"/>
                </a:solidFill>
              </a:defRPr>
            </a:lvl7pPr>
            <a:lvl8pPr algn="l">
              <a:buNone/>
              <a:defRPr sz="1350" b="0">
                <a:solidFill>
                  <a:srgbClr val="FFFDF7"/>
                </a:solidFill>
              </a:defRPr>
            </a:lvl8pPr>
            <a:lvl9pPr algn="l">
              <a:buNone/>
              <a:defRPr sz="1350" b="0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FFDF7"/>
                </a:solidFill>
              </a:defRPr>
            </a:pPr>
            <a:r>
              <a:rPr sz="1350" b="0">
                <a:solidFill>
                  <a:srgbClr val="FFFDF7"/>
                </a:solidFill>
              </a:rPr>
              <a:t>Real Freighter authorization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802D90-42C5-4BB4-8BA7-D62F9077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766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92CDDA-D0D2-4AEC-BC73-F6694654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7665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173D2C"/>
                </a:solidFill>
              </a:defRPr>
            </a:defPPr>
            <a:lvl1pPr algn="ctr">
              <a:buNone/>
              <a:defRPr sz="750" b="1">
                <a:solidFill>
                  <a:srgbClr val="173D2C"/>
                </a:solidFill>
              </a:defRPr>
            </a:lvl1pPr>
            <a:lvl2pPr algn="ctr">
              <a:buNone/>
              <a:defRPr sz="750" b="1">
                <a:solidFill>
                  <a:srgbClr val="173D2C"/>
                </a:solidFill>
              </a:defRPr>
            </a:lvl2pPr>
            <a:lvl3pPr algn="ctr">
              <a:buNone/>
              <a:defRPr sz="750" b="1">
                <a:solidFill>
                  <a:srgbClr val="173D2C"/>
                </a:solidFill>
              </a:defRPr>
            </a:lvl3pPr>
            <a:lvl4pPr algn="ctr">
              <a:buNone/>
              <a:defRPr sz="750" b="1">
                <a:solidFill>
                  <a:srgbClr val="173D2C"/>
                </a:solidFill>
              </a:defRPr>
            </a:lvl4pPr>
            <a:lvl5pPr algn="ctr">
              <a:buNone/>
              <a:defRPr sz="750" b="1">
                <a:solidFill>
                  <a:srgbClr val="173D2C"/>
                </a:solidFill>
              </a:defRPr>
            </a:lvl5pPr>
            <a:lvl6pPr algn="ctr">
              <a:buNone/>
              <a:defRPr sz="750" b="1">
                <a:solidFill>
                  <a:srgbClr val="173D2C"/>
                </a:solidFill>
              </a:defRPr>
            </a:lvl6pPr>
            <a:lvl7pPr algn="ctr">
              <a:buNone/>
              <a:defRPr sz="750" b="1">
                <a:solidFill>
                  <a:srgbClr val="173D2C"/>
                </a:solidFill>
              </a:defRPr>
            </a:lvl7pPr>
            <a:lvl8pPr algn="ctr">
              <a:buNone/>
              <a:defRPr sz="750" b="1">
                <a:solidFill>
                  <a:srgbClr val="173D2C"/>
                </a:solidFill>
              </a:defRPr>
            </a:lvl8pPr>
            <a:lvl9pPr algn="ctr">
              <a:buNone/>
              <a:defRPr sz="7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750" b="1">
                <a:solidFill>
                  <a:srgbClr val="173D2C"/>
                </a:solidFill>
              </a:defRPr>
            </a:pPr>
            <a:r>
              <a:rPr sz="750" b="1">
                <a:solidFill>
                  <a:srgbClr val="173D2C"/>
                </a:solidFill>
              </a:rPr>
              <a:t>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201656-5230-402C-B07D-A87DF222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480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FFDF7"/>
                </a:solidFill>
              </a:defRPr>
            </a:defPPr>
            <a:lvl1pPr algn="l">
              <a:buNone/>
              <a:defRPr sz="1350" b="0">
                <a:solidFill>
                  <a:srgbClr val="FFFDF7"/>
                </a:solidFill>
              </a:defRPr>
            </a:lvl1pPr>
            <a:lvl2pPr algn="l">
              <a:buNone/>
              <a:defRPr sz="1350" b="0">
                <a:solidFill>
                  <a:srgbClr val="FFFDF7"/>
                </a:solidFill>
              </a:defRPr>
            </a:lvl2pPr>
            <a:lvl3pPr algn="l">
              <a:buNone/>
              <a:defRPr sz="1350" b="0">
                <a:solidFill>
                  <a:srgbClr val="FFFDF7"/>
                </a:solidFill>
              </a:defRPr>
            </a:lvl3pPr>
            <a:lvl4pPr algn="l">
              <a:buNone/>
              <a:defRPr sz="1350" b="0">
                <a:solidFill>
                  <a:srgbClr val="FFFDF7"/>
                </a:solidFill>
              </a:defRPr>
            </a:lvl4pPr>
            <a:lvl5pPr algn="l">
              <a:buNone/>
              <a:defRPr sz="1350" b="0">
                <a:solidFill>
                  <a:srgbClr val="FFFDF7"/>
                </a:solidFill>
              </a:defRPr>
            </a:lvl5pPr>
            <a:lvl6pPr algn="l">
              <a:buNone/>
              <a:defRPr sz="1350" b="0">
                <a:solidFill>
                  <a:srgbClr val="FFFDF7"/>
                </a:solidFill>
              </a:defRPr>
            </a:lvl6pPr>
            <a:lvl7pPr algn="l">
              <a:buNone/>
              <a:defRPr sz="1350" b="0">
                <a:solidFill>
                  <a:srgbClr val="FFFDF7"/>
                </a:solidFill>
              </a:defRPr>
            </a:lvl7pPr>
            <a:lvl8pPr algn="l">
              <a:buNone/>
              <a:defRPr sz="1350" b="0">
                <a:solidFill>
                  <a:srgbClr val="FFFDF7"/>
                </a:solidFill>
              </a:defRPr>
            </a:lvl8pPr>
            <a:lvl9pPr algn="l">
              <a:buNone/>
              <a:defRPr sz="1350" b="0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FFDF7"/>
                </a:solidFill>
              </a:defRPr>
            </a:pPr>
            <a:r>
              <a:rPr sz="1350" b="0">
                <a:solidFill>
                  <a:srgbClr val="FFFDF7"/>
                </a:solidFill>
              </a:rPr>
              <a:t>Real Paiflow deployment and Split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D4A6B0-C6B0-403B-A5E7-BBFA785B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81475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6D4F6D-03A1-4AB2-93FB-CCF7C869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18147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173D2C"/>
                </a:solidFill>
              </a:defRPr>
            </a:defPPr>
            <a:lvl1pPr algn="ctr">
              <a:buNone/>
              <a:defRPr sz="750" b="1">
                <a:solidFill>
                  <a:srgbClr val="173D2C"/>
                </a:solidFill>
              </a:defRPr>
            </a:lvl1pPr>
            <a:lvl2pPr algn="ctr">
              <a:buNone/>
              <a:defRPr sz="750" b="1">
                <a:solidFill>
                  <a:srgbClr val="173D2C"/>
                </a:solidFill>
              </a:defRPr>
            </a:lvl2pPr>
            <a:lvl3pPr algn="ctr">
              <a:buNone/>
              <a:defRPr sz="750" b="1">
                <a:solidFill>
                  <a:srgbClr val="173D2C"/>
                </a:solidFill>
              </a:defRPr>
            </a:lvl3pPr>
            <a:lvl4pPr algn="ctr">
              <a:buNone/>
              <a:defRPr sz="750" b="1">
                <a:solidFill>
                  <a:srgbClr val="173D2C"/>
                </a:solidFill>
              </a:defRPr>
            </a:lvl4pPr>
            <a:lvl5pPr algn="ctr">
              <a:buNone/>
              <a:defRPr sz="750" b="1">
                <a:solidFill>
                  <a:srgbClr val="173D2C"/>
                </a:solidFill>
              </a:defRPr>
            </a:lvl5pPr>
            <a:lvl6pPr algn="ctr">
              <a:buNone/>
              <a:defRPr sz="750" b="1">
                <a:solidFill>
                  <a:srgbClr val="173D2C"/>
                </a:solidFill>
              </a:defRPr>
            </a:lvl6pPr>
            <a:lvl7pPr algn="ctr">
              <a:buNone/>
              <a:defRPr sz="750" b="1">
                <a:solidFill>
                  <a:srgbClr val="173D2C"/>
                </a:solidFill>
              </a:defRPr>
            </a:lvl7pPr>
            <a:lvl8pPr algn="ctr">
              <a:buNone/>
              <a:defRPr sz="750" b="1">
                <a:solidFill>
                  <a:srgbClr val="173D2C"/>
                </a:solidFill>
              </a:defRPr>
            </a:lvl8pPr>
            <a:lvl9pPr algn="ctr">
              <a:buNone/>
              <a:defRPr sz="7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750" b="1">
                <a:solidFill>
                  <a:srgbClr val="173D2C"/>
                </a:solidFill>
              </a:defRPr>
            </a:pPr>
            <a:r>
              <a:rPr sz="750" b="1">
                <a:solidFill>
                  <a:srgbClr val="173D2C"/>
                </a:solidFill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271942-D532-4F83-9BB3-BE6354AC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529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FFDF7"/>
                </a:solidFill>
              </a:defRPr>
            </a:defPPr>
            <a:lvl1pPr algn="l">
              <a:buNone/>
              <a:defRPr sz="1350" b="0">
                <a:solidFill>
                  <a:srgbClr val="FFFDF7"/>
                </a:solidFill>
              </a:defRPr>
            </a:lvl1pPr>
            <a:lvl2pPr algn="l">
              <a:buNone/>
              <a:defRPr sz="1350" b="0">
                <a:solidFill>
                  <a:srgbClr val="FFFDF7"/>
                </a:solidFill>
              </a:defRPr>
            </a:lvl2pPr>
            <a:lvl3pPr algn="l">
              <a:buNone/>
              <a:defRPr sz="1350" b="0">
                <a:solidFill>
                  <a:srgbClr val="FFFDF7"/>
                </a:solidFill>
              </a:defRPr>
            </a:lvl3pPr>
            <a:lvl4pPr algn="l">
              <a:buNone/>
              <a:defRPr sz="1350" b="0">
                <a:solidFill>
                  <a:srgbClr val="FFFDF7"/>
                </a:solidFill>
              </a:defRPr>
            </a:lvl4pPr>
            <a:lvl5pPr algn="l">
              <a:buNone/>
              <a:defRPr sz="1350" b="0">
                <a:solidFill>
                  <a:srgbClr val="FFFDF7"/>
                </a:solidFill>
              </a:defRPr>
            </a:lvl5pPr>
            <a:lvl6pPr algn="l">
              <a:buNone/>
              <a:defRPr sz="1350" b="0">
                <a:solidFill>
                  <a:srgbClr val="FFFDF7"/>
                </a:solidFill>
              </a:defRPr>
            </a:lvl6pPr>
            <a:lvl7pPr algn="l">
              <a:buNone/>
              <a:defRPr sz="1350" b="0">
                <a:solidFill>
                  <a:srgbClr val="FFFDF7"/>
                </a:solidFill>
              </a:defRPr>
            </a:lvl7pPr>
            <a:lvl8pPr algn="l">
              <a:buNone/>
              <a:defRPr sz="1350" b="0">
                <a:solidFill>
                  <a:srgbClr val="FFFDF7"/>
                </a:solidFill>
              </a:defRPr>
            </a:lvl8pPr>
            <a:lvl9pPr algn="l">
              <a:buNone/>
              <a:defRPr sz="1350" b="0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FFDF7"/>
                </a:solidFill>
              </a:defRPr>
            </a:pPr>
            <a:r>
              <a:rPr sz="1350" b="0">
                <a:solidFill>
                  <a:srgbClr val="FFFDF7"/>
                </a:solidFill>
              </a:rPr>
              <a:t>Final Stellar Testnet transaction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A57624-378E-4ECE-AEBE-BD507F2A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8630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72DFC9-4607-47E2-BF70-2E7AB314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863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173D2C"/>
                </a:solidFill>
              </a:defRPr>
            </a:defPPr>
            <a:lvl1pPr algn="ctr">
              <a:buNone/>
              <a:defRPr sz="750" b="1">
                <a:solidFill>
                  <a:srgbClr val="173D2C"/>
                </a:solidFill>
              </a:defRPr>
            </a:lvl1pPr>
            <a:lvl2pPr algn="ctr">
              <a:buNone/>
              <a:defRPr sz="750" b="1">
                <a:solidFill>
                  <a:srgbClr val="173D2C"/>
                </a:solidFill>
              </a:defRPr>
            </a:lvl2pPr>
            <a:lvl3pPr algn="ctr">
              <a:buNone/>
              <a:defRPr sz="750" b="1">
                <a:solidFill>
                  <a:srgbClr val="173D2C"/>
                </a:solidFill>
              </a:defRPr>
            </a:lvl3pPr>
            <a:lvl4pPr algn="ctr">
              <a:buNone/>
              <a:defRPr sz="750" b="1">
                <a:solidFill>
                  <a:srgbClr val="173D2C"/>
                </a:solidFill>
              </a:defRPr>
            </a:lvl4pPr>
            <a:lvl5pPr algn="ctr">
              <a:buNone/>
              <a:defRPr sz="750" b="1">
                <a:solidFill>
                  <a:srgbClr val="173D2C"/>
                </a:solidFill>
              </a:defRPr>
            </a:lvl5pPr>
            <a:lvl6pPr algn="ctr">
              <a:buNone/>
              <a:defRPr sz="750" b="1">
                <a:solidFill>
                  <a:srgbClr val="173D2C"/>
                </a:solidFill>
              </a:defRPr>
            </a:lvl6pPr>
            <a:lvl7pPr algn="ctr">
              <a:buNone/>
              <a:defRPr sz="750" b="1">
                <a:solidFill>
                  <a:srgbClr val="173D2C"/>
                </a:solidFill>
              </a:defRPr>
            </a:lvl7pPr>
            <a:lvl8pPr algn="ctr">
              <a:buNone/>
              <a:defRPr sz="750" b="1">
                <a:solidFill>
                  <a:srgbClr val="173D2C"/>
                </a:solidFill>
              </a:defRPr>
            </a:lvl8pPr>
            <a:lvl9pPr algn="ctr">
              <a:buNone/>
              <a:defRPr sz="7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750" b="1">
                <a:solidFill>
                  <a:srgbClr val="173D2C"/>
                </a:solidFill>
              </a:defRPr>
            </a:pPr>
            <a:r>
              <a:rPr sz="750" b="1">
                <a:solidFill>
                  <a:srgbClr val="173D2C"/>
                </a:solidFill>
              </a:rPr>
              <a:t>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1F5E65-CE34-4AD3-945B-FE42BEE5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5772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FFDF7"/>
                </a:solidFill>
              </a:defRPr>
            </a:defPPr>
            <a:lvl1pPr algn="l">
              <a:buNone/>
              <a:defRPr sz="1350" b="0">
                <a:solidFill>
                  <a:srgbClr val="FFFDF7"/>
                </a:solidFill>
              </a:defRPr>
            </a:lvl1pPr>
            <a:lvl2pPr algn="l">
              <a:buNone/>
              <a:defRPr sz="1350" b="0">
                <a:solidFill>
                  <a:srgbClr val="FFFDF7"/>
                </a:solidFill>
              </a:defRPr>
            </a:lvl2pPr>
            <a:lvl3pPr algn="l">
              <a:buNone/>
              <a:defRPr sz="1350" b="0">
                <a:solidFill>
                  <a:srgbClr val="FFFDF7"/>
                </a:solidFill>
              </a:defRPr>
            </a:lvl3pPr>
            <a:lvl4pPr algn="l">
              <a:buNone/>
              <a:defRPr sz="1350" b="0">
                <a:solidFill>
                  <a:srgbClr val="FFFDF7"/>
                </a:solidFill>
              </a:defRPr>
            </a:lvl4pPr>
            <a:lvl5pPr algn="l">
              <a:buNone/>
              <a:defRPr sz="1350" b="0">
                <a:solidFill>
                  <a:srgbClr val="FFFDF7"/>
                </a:solidFill>
              </a:defRPr>
            </a:lvl5pPr>
            <a:lvl6pPr algn="l">
              <a:buNone/>
              <a:defRPr sz="1350" b="0">
                <a:solidFill>
                  <a:srgbClr val="FFFDF7"/>
                </a:solidFill>
              </a:defRPr>
            </a:lvl6pPr>
            <a:lvl7pPr algn="l">
              <a:buNone/>
              <a:defRPr sz="1350" b="0">
                <a:solidFill>
                  <a:srgbClr val="FFFDF7"/>
                </a:solidFill>
              </a:defRPr>
            </a:lvl7pPr>
            <a:lvl8pPr algn="l">
              <a:buNone/>
              <a:defRPr sz="1350" b="0">
                <a:solidFill>
                  <a:srgbClr val="FFFDF7"/>
                </a:solidFill>
              </a:defRPr>
            </a:lvl8pPr>
            <a:lvl9pPr algn="l">
              <a:buNone/>
              <a:defRPr sz="1350" b="0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FFDF7"/>
                </a:solidFill>
              </a:defRPr>
            </a:pPr>
            <a:r>
              <a:rPr sz="1350" b="0">
                <a:solidFill>
                  <a:srgbClr val="FFFDF7"/>
                </a:solidFill>
              </a:rPr>
              <a:t>Exact payout-roster verification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9D842A-9C67-4721-9CE3-53B62F15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191125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40DC52-A1C4-4CF3-B6ED-D6F11178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191125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750" b="1">
                <a:solidFill>
                  <a:srgbClr val="173D2C"/>
                </a:solidFill>
              </a:defRPr>
            </a:defPPr>
            <a:lvl1pPr algn="ctr">
              <a:buNone/>
              <a:defRPr sz="750" b="1">
                <a:solidFill>
                  <a:srgbClr val="173D2C"/>
                </a:solidFill>
              </a:defRPr>
            </a:lvl1pPr>
            <a:lvl2pPr algn="ctr">
              <a:buNone/>
              <a:defRPr sz="750" b="1">
                <a:solidFill>
                  <a:srgbClr val="173D2C"/>
                </a:solidFill>
              </a:defRPr>
            </a:lvl2pPr>
            <a:lvl3pPr algn="ctr">
              <a:buNone/>
              <a:defRPr sz="750" b="1">
                <a:solidFill>
                  <a:srgbClr val="173D2C"/>
                </a:solidFill>
              </a:defRPr>
            </a:lvl3pPr>
            <a:lvl4pPr algn="ctr">
              <a:buNone/>
              <a:defRPr sz="750" b="1">
                <a:solidFill>
                  <a:srgbClr val="173D2C"/>
                </a:solidFill>
              </a:defRPr>
            </a:lvl4pPr>
            <a:lvl5pPr algn="ctr">
              <a:buNone/>
              <a:defRPr sz="750" b="1">
                <a:solidFill>
                  <a:srgbClr val="173D2C"/>
                </a:solidFill>
              </a:defRPr>
            </a:lvl5pPr>
            <a:lvl6pPr algn="ctr">
              <a:buNone/>
              <a:defRPr sz="750" b="1">
                <a:solidFill>
                  <a:srgbClr val="173D2C"/>
                </a:solidFill>
              </a:defRPr>
            </a:lvl6pPr>
            <a:lvl7pPr algn="ctr">
              <a:buNone/>
              <a:defRPr sz="750" b="1">
                <a:solidFill>
                  <a:srgbClr val="173D2C"/>
                </a:solidFill>
              </a:defRPr>
            </a:lvl7pPr>
            <a:lvl8pPr algn="ctr">
              <a:buNone/>
              <a:defRPr sz="750" b="1">
                <a:solidFill>
                  <a:srgbClr val="173D2C"/>
                </a:solidFill>
              </a:defRPr>
            </a:lvl8pPr>
            <a:lvl9pPr algn="ctr">
              <a:buNone/>
              <a:defRPr sz="7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750" b="1">
                <a:solidFill>
                  <a:srgbClr val="173D2C"/>
                </a:solidFill>
              </a:defRPr>
            </a:pPr>
            <a:r>
              <a:rPr sz="750" b="1">
                <a:solidFill>
                  <a:srgbClr val="173D2C"/>
                </a:solidFill>
              </a:rPr>
              <a:t>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EE6586-6188-49AF-80C3-389163BB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62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FFDF7"/>
                </a:solidFill>
              </a:defRPr>
            </a:defPPr>
            <a:lvl1pPr algn="l">
              <a:buNone/>
              <a:defRPr sz="1350" b="0">
                <a:solidFill>
                  <a:srgbClr val="FFFDF7"/>
                </a:solidFill>
              </a:defRPr>
            </a:lvl1pPr>
            <a:lvl2pPr algn="l">
              <a:buNone/>
              <a:defRPr sz="1350" b="0">
                <a:solidFill>
                  <a:srgbClr val="FFFDF7"/>
                </a:solidFill>
              </a:defRPr>
            </a:lvl2pPr>
            <a:lvl3pPr algn="l">
              <a:buNone/>
              <a:defRPr sz="1350" b="0">
                <a:solidFill>
                  <a:srgbClr val="FFFDF7"/>
                </a:solidFill>
              </a:defRPr>
            </a:lvl3pPr>
            <a:lvl4pPr algn="l">
              <a:buNone/>
              <a:defRPr sz="1350" b="0">
                <a:solidFill>
                  <a:srgbClr val="FFFDF7"/>
                </a:solidFill>
              </a:defRPr>
            </a:lvl4pPr>
            <a:lvl5pPr algn="l">
              <a:buNone/>
              <a:defRPr sz="1350" b="0">
                <a:solidFill>
                  <a:srgbClr val="FFFDF7"/>
                </a:solidFill>
              </a:defRPr>
            </a:lvl5pPr>
            <a:lvl6pPr algn="l">
              <a:buNone/>
              <a:defRPr sz="1350" b="0">
                <a:solidFill>
                  <a:srgbClr val="FFFDF7"/>
                </a:solidFill>
              </a:defRPr>
            </a:lvl6pPr>
            <a:lvl7pPr algn="l">
              <a:buNone/>
              <a:defRPr sz="1350" b="0">
                <a:solidFill>
                  <a:srgbClr val="FFFDF7"/>
                </a:solidFill>
              </a:defRPr>
            </a:lvl7pPr>
            <a:lvl8pPr algn="l">
              <a:buNone/>
              <a:defRPr sz="1350" b="0">
                <a:solidFill>
                  <a:srgbClr val="FFFDF7"/>
                </a:solidFill>
              </a:defRPr>
            </a:lvl8pPr>
            <a:lvl9pPr algn="l">
              <a:buNone/>
              <a:defRPr sz="1350" b="0">
                <a:solidFill>
                  <a:srgbClr val="FFFDF7"/>
                </a:solidFill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FFFDF7"/>
                </a:solidFill>
              </a:defRPr>
            </a:pPr>
            <a:r>
              <a:rPr sz="1350" b="0">
                <a:solidFill>
                  <a:srgbClr val="FFFDF7"/>
                </a:solidFill>
              </a:rPr>
              <a:t>Reconciled 10 XLM receipt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F8E585-B70E-40C4-9C84-89D28BB6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867400"/>
            <a:ext cx="5381625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7ED78"/>
          </a:solidFill>
          <a:ln xmlns:a="http://schemas.openxmlformats.org/drawingml/2006/main" w="9525">
            <a:solidFill>
              <a:srgbClr val="C7ED7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20F911-194F-4636-8C44-90D73E7B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934075"/>
            <a:ext cx="500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1">
                <a:solidFill>
                  <a:srgbClr val="173D2C"/>
                </a:solidFill>
              </a:defRPr>
            </a:defPPr>
            <a:lvl1pPr algn="ctr">
              <a:buNone/>
              <a:defRPr sz="1350" b="1">
                <a:solidFill>
                  <a:srgbClr val="173D2C"/>
                </a:solidFill>
              </a:defRPr>
            </a:lvl1pPr>
            <a:lvl2pPr algn="ctr">
              <a:buNone/>
              <a:defRPr sz="1350" b="1">
                <a:solidFill>
                  <a:srgbClr val="173D2C"/>
                </a:solidFill>
              </a:defRPr>
            </a:lvl2pPr>
            <a:lvl3pPr algn="ctr">
              <a:buNone/>
              <a:defRPr sz="1350" b="1">
                <a:solidFill>
                  <a:srgbClr val="173D2C"/>
                </a:solidFill>
              </a:defRPr>
            </a:lvl3pPr>
            <a:lvl4pPr algn="ctr">
              <a:buNone/>
              <a:defRPr sz="1350" b="1">
                <a:solidFill>
                  <a:srgbClr val="173D2C"/>
                </a:solidFill>
              </a:defRPr>
            </a:lvl4pPr>
            <a:lvl5pPr algn="ctr">
              <a:buNone/>
              <a:defRPr sz="1350" b="1">
                <a:solidFill>
                  <a:srgbClr val="173D2C"/>
                </a:solidFill>
              </a:defRPr>
            </a:lvl5pPr>
            <a:lvl6pPr algn="ctr">
              <a:buNone/>
              <a:defRPr sz="1350" b="1">
                <a:solidFill>
                  <a:srgbClr val="173D2C"/>
                </a:solidFill>
              </a:defRPr>
            </a:lvl6pPr>
            <a:lvl7pPr algn="ctr">
              <a:buNone/>
              <a:defRPr sz="1350" b="1">
                <a:solidFill>
                  <a:srgbClr val="173D2C"/>
                </a:solidFill>
              </a:defRPr>
            </a:lvl7pPr>
            <a:lvl8pPr algn="ctr">
              <a:buNone/>
              <a:defRPr sz="1350" b="1">
                <a:solidFill>
                  <a:srgbClr val="173D2C"/>
                </a:solidFill>
              </a:defRPr>
            </a:lvl8pPr>
            <a:lvl9pPr algn="ctr">
              <a:buNone/>
              <a:defRPr sz="1350" b="1">
                <a:solidFill>
                  <a:srgbClr val="173D2C"/>
                </a:solidFill>
              </a:defRPr>
            </a:lvl9pPr>
          </a:lstStyle>
          <a:p xmlns:a="http://schemas.openxmlformats.org/drawingml/2006/main">
            <a:pPr algn="ctr">
              <a:buNone/>
              <a:defRPr sz="1350" b="1">
                <a:solidFill>
                  <a:srgbClr val="173D2C"/>
                </a:solidFill>
              </a:defRPr>
            </a:pPr>
            <a:r>
              <a:rPr sz="1350" b="1">
                <a:solidFill>
                  <a:srgbClr val="173D2C"/>
                </a:solidFill>
              </a:rPr>
              <a:t>10.00 XLM received  =  10.00 XLM distributed</a:t>
            </a:r>
          </a:p>
        </p:txBody>
      </p:sp>
    </p:spTree>
    <p:extLst>
      <p:ext uri="{BB962C8B-B14F-4D97-AF65-F5344CB8AC3E}">
        <p14:creationId xmlns:p14="http://schemas.microsoft.com/office/powerpoint/2010/main" val="1203326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2026-10-24T17:32:59.4890000Z</dcterms:created>
  <dcterms:modified xsi:type="dcterms:W3CDTF">2026-10-24T17:32:59.4890000Z</dcterms:modified>
</coreProperties>
</file>