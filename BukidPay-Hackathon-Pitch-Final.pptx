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572d086b2745f2" /><Relationship Type="http://schemas.openxmlformats.org/officeDocument/2006/relationships/extended-properties" Target="/docProps/app.xml" Id="R47e15d1fbd8f45c6" /><Relationship Type="http://schemas.openxmlformats.org/officeDocument/2006/relationships/officeDocument" Target="/ppt/presentation.xml" Id="R54c307b29b3341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ede19650644d9"/>
  </p:sldMasterIdLst>
  <p:notesMasterIdLst>
    <p:notesMasterId xmlns:r="http://schemas.openxmlformats.org/officeDocument/2006/relationships" r:id="Rc2d0053f715e4829"/>
  </p:notesMasterIdLst>
  <p:sldIdLst>
    <p:sldId xmlns:r="http://schemas.openxmlformats.org/officeDocument/2006/relationships" id="256" r:id="Rc9048b4671cb4fb5"/>
    <p:sldId xmlns:r="http://schemas.openxmlformats.org/officeDocument/2006/relationships" id="257" r:id="Rb7f7fca5f16b4132"/>
    <p:sldId xmlns:r="http://schemas.openxmlformats.org/officeDocument/2006/relationships" id="258" r:id="R2f7c4c34298742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597007ce914d67" /><Relationship Type="http://schemas.openxmlformats.org/officeDocument/2006/relationships/slideMaster" Target="/ppt/slideMasters/slideMaster1.xml" Id="R5d0ede19650644d9" /><Relationship Type="http://schemas.openxmlformats.org/officeDocument/2006/relationships/notesMaster" Target="/ppt/notesMasters/notesMaster1.xml" Id="Rc2d0053f715e4829" /><Relationship Type="http://schemas.openxmlformats.org/officeDocument/2006/relationships/presProps" Target="/ppt/presProps.xml" Id="Rd8abd58287204ea1" /><Relationship Type="http://schemas.openxmlformats.org/officeDocument/2006/relationships/tableStyles" Target="/ppt/tableStyles.xml" Id="Rebfb8169d34f4250" /><Relationship Type="http://schemas.openxmlformats.org/officeDocument/2006/relationships/slide" Target="/ppt/slides/slide1.xml" Id="Rc9048b4671cb4fb5" /><Relationship Type="http://schemas.openxmlformats.org/officeDocument/2006/relationships/slide" Target="/ppt/slides/slide2.xml" Id="Rb7f7fca5f16b4132" /><Relationship Type="http://schemas.openxmlformats.org/officeDocument/2006/relationships/slide" Target="/ppt/slides/slide3.xml" Id="R2f7c4c342987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6c2f649f85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bc0ccba5941dd" /><Relationship Type="http://schemas.openxmlformats.org/officeDocument/2006/relationships/notesMaster" Target="/ppt/notesMasters/notesMaster1.xml" Id="R9db07c33a9db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5941d9a1b54dc1" /><Relationship Type="http://schemas.openxmlformats.org/officeDocument/2006/relationships/notesMaster" Target="/ppt/notesMasters/notesMaster1.xml" Id="R0d991a555fc748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37bce39934e5e" /><Relationship Type="http://schemas.openxmlformats.org/officeDocument/2006/relationships/notesMaster" Target="/ppt/notesMasters/notesMaster1.xml" Id="R96a9a3c4a70a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ce08b63f143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89901f3fe40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d9ccdd19641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5f8a032774e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0385dbff546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add1cb95d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C6DD7-F8BD-49DA-8D25-24D8DA1D5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3CD31B-0BC9-4CB0-AB52-95F1DE7825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5D8863-A03C-4D57-A691-13BA9A621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76010-1D4B-4FCE-A3A4-1CC4D4C99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7D7A89-B9AD-40D7-805D-885B2CDC5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E791FB-5E11-4B71-AADE-E127F84B5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AF95FB-8653-4471-BC87-3535B732D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C099B1-BFB9-4A53-9862-0AA34F9EA4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031886-1B23-4518-A017-23D59F08E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927B0A-7748-46B0-A6BE-4DBD573E7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b839f3b1148da" /><Relationship Type="http://schemas.openxmlformats.org/officeDocument/2006/relationships/slideLayout" Target="/ppt/slideLayouts/slideLayout1.xml" Id="R53f687b00bc44228" /><Relationship Type="http://schemas.openxmlformats.org/officeDocument/2006/relationships/slideLayout" Target="/ppt/slideLayouts/slideLayout2.xml" Id="R310e8d2446524e0e" /><Relationship Type="http://schemas.openxmlformats.org/officeDocument/2006/relationships/slideLayout" Target="/ppt/slideLayouts/slideLayout3.xml" Id="R510ba8d4d0664cad" /><Relationship Type="http://schemas.openxmlformats.org/officeDocument/2006/relationships/slideLayout" Target="/ppt/slideLayouts/slideLayout4.xml" Id="Rc913ef0a3b394137" /><Relationship Type="http://schemas.openxmlformats.org/officeDocument/2006/relationships/slideLayout" Target="/ppt/slideLayouts/slideLayout5.xml" Id="R7ba8058e81bd47d7" /><Relationship Type="http://schemas.openxmlformats.org/officeDocument/2006/relationships/slideLayout" Target="/ppt/slideLayouts/slideLayout6.xml" Id="R972930b5f28a4d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687b00bc44228"/>
    <p:sldLayoutId xmlns:r="http://schemas.openxmlformats.org/officeDocument/2006/relationships" id="2147483650" r:id="R310e8d2446524e0e"/>
    <p:sldLayoutId xmlns:r="http://schemas.openxmlformats.org/officeDocument/2006/relationships" id="2147483651" r:id="R510ba8d4d0664cad"/>
    <p:sldLayoutId xmlns:r="http://schemas.openxmlformats.org/officeDocument/2006/relationships" id="2147483652" r:id="Rc913ef0a3b394137"/>
    <p:sldLayoutId xmlns:r="http://schemas.openxmlformats.org/officeDocument/2006/relationships" id="2147483653" r:id="R7ba8058e81bd47d7"/>
    <p:sldLayoutId xmlns:r="http://schemas.openxmlformats.org/officeDocument/2006/relationships" id="2147483654" r:id="R972930b5f28a4d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d9f229a8f4dc4" /><Relationship Type="http://schemas.openxmlformats.org/officeDocument/2006/relationships/image" Target="/ppt/media/image.png" Id="R84d79f0a0c7e4eb7" /><Relationship Type="http://schemas.openxmlformats.org/officeDocument/2006/relationships/notesSlide" Target="/ppt/notesSlides/notesSlide1.xml" Id="R0ceb31813c1b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7109e30a241a2" /><Relationship Type="http://schemas.openxmlformats.org/officeDocument/2006/relationships/image" Target="/ppt/media/image2.png" Id="R99ccd3a1aa4b41a7" /><Relationship Type="http://schemas.openxmlformats.org/officeDocument/2006/relationships/notesSlide" Target="/ppt/notesSlides/notesSlide2.xml" Id="R75166f2b2b4b40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ffd1538a3458f" /><Relationship Type="http://schemas.openxmlformats.org/officeDocument/2006/relationships/image" Target="/ppt/media/image3.png" Id="Rc68d49af56cf4814" /><Relationship Type="http://schemas.openxmlformats.org/officeDocument/2006/relationships/notesSlide" Target="/ppt/notesSlides/notesSlide3.xml" Id="R5201cd6a66df4e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7936F-6B59-46E5-ADCC-E0E0DC59E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79f0a0c7e4e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59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43AE-C254-4094-B326-8A74F1FA9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cd3a1aa4b41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135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F1477-6CC2-4C95-A169-69049B268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d49af56cf48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89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2026-10-25T02:44:39.2570000Z</dcterms:created>
  <dcterms:modified xsi:type="dcterms:W3CDTF">2026-10-25T02:44:39.2570000Z</dcterms:modified>
</coreProperties>
</file>